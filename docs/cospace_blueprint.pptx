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33"/>
  </p:sldMasterIdLst>
  <p:notesMasterIdLst>
    <p:notesMasterId r:id="rId46"/>
  </p:notesMasterIdLst>
  <p:handoutMasterIdLst>
    <p:handoutMasterId r:id="rId47"/>
  </p:handoutMasterIdLst>
  <p:sldIdLst>
    <p:sldId id="1585" r:id="rId34"/>
    <p:sldId id="1606" r:id="rId35"/>
    <p:sldId id="1603" r:id="rId36"/>
    <p:sldId id="1607" r:id="rId37"/>
    <p:sldId id="1608" r:id="rId38"/>
    <p:sldId id="1609" r:id="rId39"/>
    <p:sldId id="1610" r:id="rId40"/>
    <p:sldId id="1611" r:id="rId41"/>
    <p:sldId id="1614" r:id="rId42"/>
    <p:sldId id="1615" r:id="rId43"/>
    <p:sldId id="1597" r:id="rId44"/>
    <p:sldId id="1598" r:id="rId45"/>
  </p:sldIdLst>
  <p:sldSz cx="12195175" cy="6859588"/>
  <p:notesSz cx="6742113" cy="9872663"/>
  <p:custDataLst>
    <p:tags r:id="rId48"/>
  </p:custDataLst>
  <p:defaultTex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F74CC9-DDEF-4709-8C8E-9AD61E7F7F1C}">
          <p14:sldIdLst>
            <p14:sldId id="1585"/>
            <p14:sldId id="1606"/>
            <p14:sldId id="1603"/>
            <p14:sldId id="1607"/>
            <p14:sldId id="1608"/>
            <p14:sldId id="1609"/>
            <p14:sldId id="1610"/>
            <p14:sldId id="1611"/>
            <p14:sldId id="1614"/>
            <p14:sldId id="1615"/>
            <p14:sldId id="1597"/>
            <p14:sldId id="1598"/>
          </p14:sldIdLst>
        </p14:section>
        <p14:section name="Default Section" id="{5D763F15-4F5D-4237-98C0-7368B331A81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63C1"/>
    <a:srgbClr val="EE2F66"/>
    <a:srgbClr val="FFBECF"/>
    <a:srgbClr val="FFE18E"/>
    <a:srgbClr val="6CBD3A"/>
    <a:srgbClr val="2C8027"/>
    <a:srgbClr val="4AB9D3"/>
    <a:srgbClr val="C0EFA5"/>
    <a:srgbClr val="E8EC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8867A4-4BC0-1148-B887-2B341CDF0A06}" v="1" dt="2026-09-21T11:06:37.905"/>
    <p1510:client id="{E5D0441A-2305-78F9-47DB-2F4712332A02}" v="2" dt="2026-09-21T09:45:39.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6"/>
  </p:normalViewPr>
  <p:slideViewPr>
    <p:cSldViewPr snapToGrid="0">
      <p:cViewPr varScale="1">
        <p:scale>
          <a:sx n="116" d="100"/>
          <a:sy n="116" d="100"/>
        </p:scale>
        <p:origin x="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6.xml"/><Relationship Id="rId21" Type="http://schemas.openxmlformats.org/officeDocument/2006/relationships/customXml" Target="../customXml/item21.xml"/><Relationship Id="rId34" Type="http://schemas.openxmlformats.org/officeDocument/2006/relationships/slide" Target="slides/slide1.xml"/><Relationship Id="rId42" Type="http://schemas.openxmlformats.org/officeDocument/2006/relationships/slide" Target="slides/slide9.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slide" Target="slides/slide4.xml"/><Relationship Id="rId40" Type="http://schemas.openxmlformats.org/officeDocument/2006/relationships/slide" Target="slides/slide7.xml"/><Relationship Id="rId45" Type="http://schemas.openxmlformats.org/officeDocument/2006/relationships/slide" Target="slides/slide12.xml"/><Relationship Id="rId53" Type="http://schemas.microsoft.com/office/2015/10/relationships/revisionInfo" Target="revisionInfo.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customXml" Target="../customXml/item31.xml"/><Relationship Id="rId44" Type="http://schemas.openxmlformats.org/officeDocument/2006/relationships/slide" Target="slides/slide11.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tags" Target="tags/tag1.xml"/><Relationship Id="rId8" Type="http://schemas.openxmlformats.org/officeDocument/2006/relationships/customXml" Target="../customXml/item8.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Master" Target="slideMasters/slideMaster1.xml"/><Relationship Id="rId38" Type="http://schemas.openxmlformats.org/officeDocument/2006/relationships/slide" Target="slides/slide5.xml"/><Relationship Id="rId46"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slide" Target="slides/slide8.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3.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582" cy="495348"/>
          </a:xfrm>
          <a:prstGeom prst="rect">
            <a:avLst/>
          </a:prstGeom>
        </p:spPr>
        <p:txBody>
          <a:bodyPr vert="horz" lIns="91440" tIns="45720" rIns="91440" bIns="45720" rtlCol="0"/>
          <a:lstStyle>
            <a:lvl1pPr algn="l">
              <a:defRPr sz="1200"/>
            </a:lvl1pPr>
          </a:lstStyle>
          <a:p>
            <a:endParaRPr lang="en-GB"/>
          </a:p>
        </p:txBody>
      </p:sp>
      <p:sp>
        <p:nvSpPr>
          <p:cNvPr id="4" name="Footer Placeholder 3"/>
          <p:cNvSpPr>
            <a:spLocks noGrp="1"/>
          </p:cNvSpPr>
          <p:nvPr>
            <p:ph type="ftr" sz="quarter" idx="2"/>
          </p:nvPr>
        </p:nvSpPr>
        <p:spPr>
          <a:xfrm>
            <a:off x="0" y="9377317"/>
            <a:ext cx="2921582" cy="49534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18971" y="9377317"/>
            <a:ext cx="2921582" cy="495347"/>
          </a:xfrm>
          <a:prstGeom prst="rect">
            <a:avLst/>
          </a:prstGeom>
        </p:spPr>
        <p:txBody>
          <a:bodyPr vert="horz" lIns="91440" tIns="45720" rIns="91440" bIns="45720" rtlCol="0" anchor="b"/>
          <a:lstStyle>
            <a:lvl1pPr algn="r">
              <a:defRPr sz="1200"/>
            </a:lvl1pPr>
          </a:lstStyle>
          <a:p>
            <a:fld id="{F545B0AC-3C21-415C-AE16-0BF48B073E90}" type="slidenum">
              <a:rPr lang="en-GB" smtClean="0"/>
              <a:t>‹#›</a:t>
            </a:fld>
            <a:endParaRPr lang="en-GB"/>
          </a:p>
        </p:txBody>
      </p:sp>
    </p:spTree>
    <p:extLst>
      <p:ext uri="{BB962C8B-B14F-4D97-AF65-F5344CB8AC3E}">
        <p14:creationId xmlns:p14="http://schemas.microsoft.com/office/powerpoint/2010/main" val="23587580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582" cy="49534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18971" y="0"/>
            <a:ext cx="2921582" cy="495348"/>
          </a:xfrm>
          <a:prstGeom prst="rect">
            <a:avLst/>
          </a:prstGeom>
        </p:spPr>
        <p:txBody>
          <a:bodyPr vert="horz" lIns="91440" tIns="45720" rIns="91440" bIns="45720" rtlCol="0"/>
          <a:lstStyle>
            <a:lvl1pPr algn="r">
              <a:defRPr sz="1200"/>
            </a:lvl1pPr>
          </a:lstStyle>
          <a:p>
            <a:fld id="{6BE91546-E539-4711-8823-DA5C7B480360}" type="datetimeFigureOut">
              <a:rPr lang="en-GB" smtClean="0"/>
              <a:t>21/09/2026</a:t>
            </a:fld>
            <a:endParaRPr lang="en-GB"/>
          </a:p>
        </p:txBody>
      </p:sp>
      <p:sp>
        <p:nvSpPr>
          <p:cNvPr id="4" name="Slide Image Placeholder 3"/>
          <p:cNvSpPr>
            <a:spLocks noGrp="1" noRot="1" noChangeAspect="1"/>
          </p:cNvSpPr>
          <p:nvPr>
            <p:ph type="sldImg" idx="2"/>
          </p:nvPr>
        </p:nvSpPr>
        <p:spPr>
          <a:xfrm>
            <a:off x="409575" y="1233488"/>
            <a:ext cx="5922963" cy="33321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4212" y="4751219"/>
            <a:ext cx="5393690" cy="38873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7317"/>
            <a:ext cx="2921582" cy="49534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18971" y="9377317"/>
            <a:ext cx="2921582" cy="495347"/>
          </a:xfrm>
          <a:prstGeom prst="rect">
            <a:avLst/>
          </a:prstGeom>
        </p:spPr>
        <p:txBody>
          <a:bodyPr vert="horz" lIns="91440" tIns="45720" rIns="91440" bIns="45720" rtlCol="0" anchor="b"/>
          <a:lstStyle>
            <a:lvl1pPr algn="r">
              <a:defRPr sz="1200"/>
            </a:lvl1pPr>
          </a:lstStyle>
          <a:p>
            <a:fld id="{4398B954-2888-4EEA-BC75-22288D66EB13}" type="slidenum">
              <a:rPr lang="en-GB" smtClean="0"/>
              <a:t>‹#›</a:t>
            </a:fld>
            <a:endParaRPr lang="en-GB"/>
          </a:p>
        </p:txBody>
      </p:sp>
    </p:spTree>
    <p:extLst>
      <p:ext uri="{BB962C8B-B14F-4D97-AF65-F5344CB8AC3E}">
        <p14:creationId xmlns:p14="http://schemas.microsoft.com/office/powerpoint/2010/main" val="2678759266"/>
      </p:ext>
    </p:extLst>
  </p:cSld>
  <p:clrMap bg1="lt1" tx1="dk1" bg2="lt2" tx2="dk2" accent1="accent1" accent2="accent2" accent3="accent3" accent4="accent4" accent5="accent5" accent6="accent6" hlink="hlink" folHlink="folHlink"/>
  <p:notesStyle>
    <a:lvl1pPr marL="0" algn="l" defTabSz="1039307" rtl="0" eaLnBrk="1" latinLnBrk="0" hangingPunct="1">
      <a:defRPr sz="1400" kern="1200">
        <a:solidFill>
          <a:schemeClr val="tx1"/>
        </a:solidFill>
        <a:latin typeface="+mn-lt"/>
        <a:ea typeface="+mn-ea"/>
        <a:cs typeface="+mn-cs"/>
      </a:defRPr>
    </a:lvl1pPr>
    <a:lvl2pPr marL="519654" algn="l" defTabSz="1039307" rtl="0" eaLnBrk="1" latinLnBrk="0" hangingPunct="1">
      <a:defRPr sz="1400" kern="1200">
        <a:solidFill>
          <a:schemeClr val="tx1"/>
        </a:solidFill>
        <a:latin typeface="+mn-lt"/>
        <a:ea typeface="+mn-ea"/>
        <a:cs typeface="+mn-cs"/>
      </a:defRPr>
    </a:lvl2pPr>
    <a:lvl3pPr marL="1039307" algn="l" defTabSz="1039307" rtl="0" eaLnBrk="1" latinLnBrk="0" hangingPunct="1">
      <a:defRPr sz="1400" kern="1200">
        <a:solidFill>
          <a:schemeClr val="tx1"/>
        </a:solidFill>
        <a:latin typeface="+mn-lt"/>
        <a:ea typeface="+mn-ea"/>
        <a:cs typeface="+mn-cs"/>
      </a:defRPr>
    </a:lvl3pPr>
    <a:lvl4pPr marL="1558961" algn="l" defTabSz="1039307" rtl="0" eaLnBrk="1" latinLnBrk="0" hangingPunct="1">
      <a:defRPr sz="1400" kern="1200">
        <a:solidFill>
          <a:schemeClr val="tx1"/>
        </a:solidFill>
        <a:latin typeface="+mn-lt"/>
        <a:ea typeface="+mn-ea"/>
        <a:cs typeface="+mn-cs"/>
      </a:defRPr>
    </a:lvl4pPr>
    <a:lvl5pPr marL="2078614" algn="l" defTabSz="1039307" rtl="0" eaLnBrk="1" latinLnBrk="0" hangingPunct="1">
      <a:defRPr sz="1400" kern="1200">
        <a:solidFill>
          <a:schemeClr val="tx1"/>
        </a:solidFill>
        <a:latin typeface="+mn-lt"/>
        <a:ea typeface="+mn-ea"/>
        <a:cs typeface="+mn-cs"/>
      </a:defRPr>
    </a:lvl5pPr>
    <a:lvl6pPr marL="2598268" algn="l" defTabSz="1039307" rtl="0" eaLnBrk="1" latinLnBrk="0" hangingPunct="1">
      <a:defRPr sz="1400" kern="1200">
        <a:solidFill>
          <a:schemeClr val="tx1"/>
        </a:solidFill>
        <a:latin typeface="+mn-lt"/>
        <a:ea typeface="+mn-ea"/>
        <a:cs typeface="+mn-cs"/>
      </a:defRPr>
    </a:lvl6pPr>
    <a:lvl7pPr marL="3117921" algn="l" defTabSz="1039307" rtl="0" eaLnBrk="1" latinLnBrk="0" hangingPunct="1">
      <a:defRPr sz="1400" kern="1200">
        <a:solidFill>
          <a:schemeClr val="tx1"/>
        </a:solidFill>
        <a:latin typeface="+mn-lt"/>
        <a:ea typeface="+mn-ea"/>
        <a:cs typeface="+mn-cs"/>
      </a:defRPr>
    </a:lvl7pPr>
    <a:lvl8pPr marL="3637575" algn="l" defTabSz="1039307" rtl="0" eaLnBrk="1" latinLnBrk="0" hangingPunct="1">
      <a:defRPr sz="1400" kern="1200">
        <a:solidFill>
          <a:schemeClr val="tx1"/>
        </a:solidFill>
        <a:latin typeface="+mn-lt"/>
        <a:ea typeface="+mn-ea"/>
        <a:cs typeface="+mn-cs"/>
      </a:defRPr>
    </a:lvl8pPr>
    <a:lvl9pPr marL="4157228" algn="l" defTabSz="1039307"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98B954-2888-4EEA-BC75-22288D66EB13}" type="slidenum">
              <a:rPr lang="en-GB" smtClean="0"/>
              <a:t>3</a:t>
            </a:fld>
            <a:endParaRPr lang="en-GB"/>
          </a:p>
        </p:txBody>
      </p:sp>
    </p:spTree>
    <p:extLst>
      <p:ext uri="{BB962C8B-B14F-4D97-AF65-F5344CB8AC3E}">
        <p14:creationId xmlns:p14="http://schemas.microsoft.com/office/powerpoint/2010/main" val="1447334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hyperlink" Target="https://x.com/PA_Consulting" TargetMode="External"/><Relationship Id="rId5" Type="http://schemas.openxmlformats.org/officeDocument/2006/relationships/hyperlink" Target="https://www.linkedin.com/company/pa-consulting" TargetMode="External"/><Relationship Id="rId4" Type="http://schemas.openxmlformats.org/officeDocument/2006/relationships/hyperlink" Target="https://www.paconsulting.com/"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A - Light">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46EBA3F2-B810-4D50-B21A-7156FC0472E2}"/>
              </a:ext>
            </a:extLst>
          </p:cNvPr>
          <p:cNvSpPr>
            <a:spLocks noGrp="1"/>
          </p:cNvSpPr>
          <p:nvPr>
            <p:ph type="body" sz="quarter" idx="15" hasCustomPrompt="1"/>
          </p:nvPr>
        </p:nvSpPr>
        <p:spPr>
          <a:xfrm>
            <a:off x="552450" y="1633788"/>
            <a:ext cx="4537075" cy="2660400"/>
          </a:xfrm>
        </p:spPr>
        <p:txBody>
          <a:bodyPr anchor="b" anchorCtr="0">
            <a:noAutofit/>
          </a:bodyPr>
          <a:lstStyle>
            <a:lvl1pPr marL="0" algn="l" defTabSz="1039307" rtl="0" eaLnBrk="1" latinLnBrk="0" hangingPunct="1">
              <a:lnSpc>
                <a:spcPct val="100000"/>
              </a:lnSpc>
              <a:spcBef>
                <a:spcPct val="0"/>
              </a:spcBef>
              <a:spcAft>
                <a:spcPts val="0"/>
              </a:spcAft>
              <a:buNone/>
              <a:tabLst>
                <a:tab pos="0" algn="l"/>
                <a:tab pos="2874963" algn="l"/>
              </a:tabLst>
              <a:defRPr kumimoji="0" lang="en-GB" sz="4800" b="0" i="0" u="none" strike="noStrike" kern="1200" cap="none" spc="0" normalizeH="0" baseline="0" dirty="0">
                <a:ln>
                  <a:noFill/>
                </a:ln>
                <a:solidFill>
                  <a:schemeClr val="accent1"/>
                </a:solidFill>
                <a:effectLst/>
                <a:uLnTx/>
                <a:uFillTx/>
                <a:latin typeface="+mj-lt"/>
                <a:ea typeface="+mj-ea"/>
                <a:cs typeface="+mj-cs"/>
              </a:defRPr>
            </a:lvl1pPr>
            <a:lvl2pPr>
              <a:lnSpc>
                <a:spcPct val="90000"/>
              </a:lnSpc>
              <a:spcBef>
                <a:spcPts val="200"/>
              </a:spcBef>
              <a:spcAft>
                <a:spcPts val="0"/>
              </a:spcAft>
              <a:defRPr sz="2400" spc="0">
                <a:solidFill>
                  <a:schemeClr val="tx1"/>
                </a:solidFill>
              </a:defRPr>
            </a:lvl2pPr>
          </a:lstStyle>
          <a:p>
            <a:pPr lvl="0"/>
            <a:r>
              <a:rPr lang="en-GB"/>
              <a:t>Click to add title</a:t>
            </a:r>
          </a:p>
        </p:txBody>
      </p:sp>
      <p:sp>
        <p:nvSpPr>
          <p:cNvPr id="31" name="Picture Placeholder 30">
            <a:extLst>
              <a:ext uri="{FF2B5EF4-FFF2-40B4-BE49-F238E27FC236}">
                <a16:creationId xmlns:a16="http://schemas.microsoft.com/office/drawing/2014/main" id="{F5ED8883-8789-4401-A816-8D46431B3DDF}"/>
              </a:ext>
            </a:extLst>
          </p:cNvPr>
          <p:cNvSpPr>
            <a:spLocks noGrp="1"/>
          </p:cNvSpPr>
          <p:nvPr>
            <p:ph type="pic" sz="quarter" idx="19" hasCustomPrompt="1"/>
          </p:nvPr>
        </p:nvSpPr>
        <p:spPr>
          <a:xfrm>
            <a:off x="5387340" y="1825750"/>
            <a:ext cx="6255385" cy="5033838"/>
          </a:xfrm>
          <a:custGeom>
            <a:avLst/>
            <a:gdLst>
              <a:gd name="connsiteX0" fmla="*/ 74814 w 6255385"/>
              <a:gd name="connsiteY0" fmla="*/ 0 h 5033838"/>
              <a:gd name="connsiteX1" fmla="*/ 6180571 w 6255385"/>
              <a:gd name="connsiteY1" fmla="*/ 0 h 5033838"/>
              <a:gd name="connsiteX2" fmla="*/ 6255385 w 6255385"/>
              <a:gd name="connsiteY2" fmla="*/ 74814 h 5033838"/>
              <a:gd name="connsiteX3" fmla="*/ 6255385 w 6255385"/>
              <a:gd name="connsiteY3" fmla="*/ 5033838 h 5033838"/>
              <a:gd name="connsiteX4" fmla="*/ 0 w 6255385"/>
              <a:gd name="connsiteY4" fmla="*/ 5033838 h 5033838"/>
              <a:gd name="connsiteX5" fmla="*/ 0 w 6255385"/>
              <a:gd name="connsiteY5" fmla="*/ 74814 h 5033838"/>
              <a:gd name="connsiteX6" fmla="*/ 74814 w 6255385"/>
              <a:gd name="connsiteY6" fmla="*/ 0 h 5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5385" h="5033838">
                <a:moveTo>
                  <a:pt x="74814" y="0"/>
                </a:moveTo>
                <a:lnTo>
                  <a:pt x="6180571" y="0"/>
                </a:lnTo>
                <a:cubicBezTo>
                  <a:pt x="6221890" y="0"/>
                  <a:pt x="6255385" y="33495"/>
                  <a:pt x="6255385" y="74814"/>
                </a:cubicBezTo>
                <a:lnTo>
                  <a:pt x="6255385" y="5033838"/>
                </a:lnTo>
                <a:lnTo>
                  <a:pt x="0" y="5033838"/>
                </a:lnTo>
                <a:lnTo>
                  <a:pt x="0" y="74814"/>
                </a:lnTo>
                <a:cubicBezTo>
                  <a:pt x="0" y="33495"/>
                  <a:pt x="33495" y="0"/>
                  <a:pt x="74814" y="0"/>
                </a:cubicBezTo>
                <a:close/>
              </a:path>
            </a:pathLst>
          </a:custGeom>
          <a:solidFill>
            <a:schemeClr val="accent6"/>
          </a:solidFill>
        </p:spPr>
        <p:txBody>
          <a:bodyPr wrap="square" lIns="36000" tIns="36000" rIns="36000" bIns="36000" anchor="ctr">
            <a:noAutofit/>
          </a:bodyPr>
          <a:lstStyle>
            <a:lvl1pPr algn="ctr">
              <a:defRPr>
                <a:solidFill>
                  <a:schemeClr val="accent4"/>
                </a:solidFill>
              </a:defRPr>
            </a:lvl1pPr>
          </a:lstStyle>
          <a:p>
            <a:r>
              <a:rPr lang="en-GB"/>
              <a:t>Image here</a:t>
            </a:r>
          </a:p>
        </p:txBody>
      </p:sp>
      <p:sp>
        <p:nvSpPr>
          <p:cNvPr id="12" name="txtSecureMarker1" hidden="1"/>
          <p:cNvSpPr txBox="1"/>
          <p:nvPr userDrawn="1"/>
        </p:nvSpPr>
        <p:spPr>
          <a:xfrm>
            <a:off x="3762236" y="57491"/>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5" name="txtSecureMarker2" hidden="1"/>
          <p:cNvSpPr txBox="1"/>
          <p:nvPr userDrawn="1"/>
        </p:nvSpPr>
        <p:spPr>
          <a:xfrm>
            <a:off x="3762236" y="6509883"/>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pic>
        <p:nvPicPr>
          <p:cNvPr id="11" name="Graphic 10">
            <a:extLst>
              <a:ext uri="{FF2B5EF4-FFF2-40B4-BE49-F238E27FC236}">
                <a16:creationId xmlns:a16="http://schemas.microsoft.com/office/drawing/2014/main" id="{1F98CDF9-443A-4730-BD1E-9EB13F16C02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850563" y="700776"/>
            <a:ext cx="792162" cy="699572"/>
          </a:xfrm>
          <a:prstGeom prst="rect">
            <a:avLst/>
          </a:prstGeom>
        </p:spPr>
      </p:pic>
      <p:cxnSp>
        <p:nvCxnSpPr>
          <p:cNvPr id="19" name="Straight Connector 18">
            <a:extLst>
              <a:ext uri="{FF2B5EF4-FFF2-40B4-BE49-F238E27FC236}">
                <a16:creationId xmlns:a16="http://schemas.microsoft.com/office/drawing/2014/main" id="{D867FDD4-F399-46AC-8F1C-10FD6928036A}"/>
              </a:ext>
            </a:extLst>
          </p:cNvPr>
          <p:cNvCxnSpPr/>
          <p:nvPr userDrawn="1"/>
        </p:nvCxnSpPr>
        <p:spPr>
          <a:xfrm>
            <a:off x="554354" y="4446111"/>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1" name="Text Placeholder 3">
            <a:extLst>
              <a:ext uri="{FF2B5EF4-FFF2-40B4-BE49-F238E27FC236}">
                <a16:creationId xmlns:a16="http://schemas.microsoft.com/office/drawing/2014/main" id="{9C351AAF-0341-4229-A202-8F2919664979}"/>
              </a:ext>
            </a:extLst>
          </p:cNvPr>
          <p:cNvSpPr>
            <a:spLocks noGrp="1"/>
          </p:cNvSpPr>
          <p:nvPr>
            <p:ph type="body" sz="quarter" idx="20"/>
          </p:nvPr>
        </p:nvSpPr>
        <p:spPr>
          <a:xfrm>
            <a:off x="552450" y="4598035"/>
            <a:ext cx="4537075" cy="760413"/>
          </a:xfrm>
        </p:spPr>
        <p:txBody>
          <a:bodyPr/>
          <a:lstStyle>
            <a:lvl1pPr marL="0" indent="0" algn="l" defTabSz="203892" rtl="0" eaLnBrk="1" latinLnBrk="0" hangingPunct="1">
              <a:lnSpc>
                <a:spcPct val="100000"/>
              </a:lnSpc>
              <a:spcBef>
                <a:spcPts val="0"/>
              </a:spcBef>
              <a:spcAft>
                <a:spcPts val="600"/>
              </a:spcAft>
              <a:buClrTx/>
              <a:buFont typeface="Arial" panose="020B0604020202020204" pitchFamily="34" charset="0"/>
              <a:buNone/>
              <a:defRPr lang="en-US" sz="2100" b="0" kern="1200" cap="none" baseline="0" dirty="0" smtClean="0">
                <a:solidFill>
                  <a:schemeClr val="accent4"/>
                </a:solidFill>
                <a:latin typeface="+mn-lt"/>
                <a:ea typeface="+mn-ea"/>
                <a:cs typeface="+mn-cs"/>
              </a:defRPr>
            </a:lvl1pPr>
            <a:lvl2pPr>
              <a:defRPr b="0">
                <a:solidFill>
                  <a:schemeClr val="accent1"/>
                </a:solidFill>
              </a:defRPr>
            </a:lvl2pPr>
          </a:lstStyle>
          <a:p>
            <a:pPr lvl="0"/>
            <a:r>
              <a:rPr lang="en-GB"/>
              <a:t>Click to edit Master text styles</a:t>
            </a:r>
          </a:p>
          <a:p>
            <a:pPr lvl="1"/>
            <a:r>
              <a:rPr lang="en-GB"/>
              <a:t>Second level</a:t>
            </a:r>
          </a:p>
        </p:txBody>
      </p:sp>
      <p:grpSp>
        <p:nvGrpSpPr>
          <p:cNvPr id="24" name="Group 23">
            <a:extLst>
              <a:ext uri="{FF2B5EF4-FFF2-40B4-BE49-F238E27FC236}">
                <a16:creationId xmlns:a16="http://schemas.microsoft.com/office/drawing/2014/main" id="{F0D44967-5645-4CB9-8A19-8E4A1595A386}"/>
              </a:ext>
            </a:extLst>
          </p:cNvPr>
          <p:cNvGrpSpPr/>
          <p:nvPr userDrawn="1"/>
        </p:nvGrpSpPr>
        <p:grpSpPr>
          <a:xfrm>
            <a:off x="0" y="0"/>
            <a:ext cx="180000" cy="6859588"/>
            <a:chOff x="0" y="0"/>
            <a:chExt cx="108000" cy="5212942"/>
          </a:xfrm>
        </p:grpSpPr>
        <p:sp>
          <p:nvSpPr>
            <p:cNvPr id="25" name="Rectangle 24">
              <a:extLst>
                <a:ext uri="{FF2B5EF4-FFF2-40B4-BE49-F238E27FC236}">
                  <a16:creationId xmlns:a16="http://schemas.microsoft.com/office/drawing/2014/main" id="{15A2D80D-86BB-4849-BD70-2165EA972A99}"/>
                </a:ext>
              </a:extLst>
            </p:cNvPr>
            <p:cNvSpPr/>
            <p:nvPr/>
          </p:nvSpPr>
          <p:spPr>
            <a:xfrm>
              <a:off x="0" y="0"/>
              <a:ext cx="108000" cy="1305228"/>
            </a:xfrm>
            <a:prstGeom prst="rect">
              <a:avLst/>
            </a:prstGeom>
            <a:solidFill>
              <a:srgbClr val="B7E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6" name="Rectangle 25">
              <a:extLst>
                <a:ext uri="{FF2B5EF4-FFF2-40B4-BE49-F238E27FC236}">
                  <a16:creationId xmlns:a16="http://schemas.microsoft.com/office/drawing/2014/main" id="{F2C1EE5C-092F-4964-BFD1-2AE96DAC6B27}"/>
                </a:ext>
              </a:extLst>
            </p:cNvPr>
            <p:cNvSpPr/>
            <p:nvPr/>
          </p:nvSpPr>
          <p:spPr>
            <a:xfrm>
              <a:off x="0" y="1301243"/>
              <a:ext cx="108000" cy="1305228"/>
            </a:xfrm>
            <a:prstGeom prst="rect">
              <a:avLst/>
            </a:prstGeom>
            <a:solidFill>
              <a:srgbClr val="4AB9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7" name="Rectangle 26">
              <a:extLst>
                <a:ext uri="{FF2B5EF4-FFF2-40B4-BE49-F238E27FC236}">
                  <a16:creationId xmlns:a16="http://schemas.microsoft.com/office/drawing/2014/main" id="{D2755A58-A6B0-4474-8AAF-6077CB7A2278}"/>
                </a:ext>
              </a:extLst>
            </p:cNvPr>
            <p:cNvSpPr/>
            <p:nvPr/>
          </p:nvSpPr>
          <p:spPr>
            <a:xfrm>
              <a:off x="0" y="2606471"/>
              <a:ext cx="108000" cy="1305228"/>
            </a:xfrm>
            <a:prstGeom prst="rect">
              <a:avLst/>
            </a:prstGeom>
            <a:solidFill>
              <a:srgbClr val="0580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8" name="Rectangle 27">
              <a:extLst>
                <a:ext uri="{FF2B5EF4-FFF2-40B4-BE49-F238E27FC236}">
                  <a16:creationId xmlns:a16="http://schemas.microsoft.com/office/drawing/2014/main" id="{FBAB266B-E07C-48D9-A18D-49F80CB8AD78}"/>
                </a:ext>
              </a:extLst>
            </p:cNvPr>
            <p:cNvSpPr/>
            <p:nvPr/>
          </p:nvSpPr>
          <p:spPr>
            <a:xfrm>
              <a:off x="0" y="3907714"/>
              <a:ext cx="108000" cy="1305228"/>
            </a:xfrm>
            <a:prstGeom prst="rect">
              <a:avLst/>
            </a:prstGeom>
            <a:solidFill>
              <a:srgbClr val="024D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grpSp>
      <p:pic>
        <p:nvPicPr>
          <p:cNvPr id="29" name="Picture 12">
            <a:extLst>
              <a:ext uri="{FF2B5EF4-FFF2-40B4-BE49-F238E27FC236}">
                <a16:creationId xmlns:a16="http://schemas.microsoft.com/office/drawing/2014/main" id="{9607E72A-D06D-4709-94A2-682190FAC55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4356" y="5811850"/>
            <a:ext cx="2045333" cy="354000"/>
          </a:xfrm>
          <a:prstGeom prst="rect">
            <a:avLst/>
          </a:prstGeom>
        </p:spPr>
      </p:pic>
    </p:spTree>
    <p:extLst>
      <p:ext uri="{BB962C8B-B14F-4D97-AF65-F5344CB8AC3E}">
        <p14:creationId xmlns:p14="http://schemas.microsoft.com/office/powerpoint/2010/main" val="16225907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 - Dark">
    <p:bg>
      <p:bgPr>
        <a:solidFill>
          <a:schemeClr val="accent1"/>
        </a:solidFill>
        <a:effectLst/>
      </p:bgPr>
    </p:bg>
    <p:spTree>
      <p:nvGrpSpPr>
        <p:cNvPr id="1" name=""/>
        <p:cNvGrpSpPr/>
        <p:nvPr/>
      </p:nvGrpSpPr>
      <p:grpSpPr>
        <a:xfrm>
          <a:off x="0" y="0"/>
          <a:ext cx="0" cy="0"/>
          <a:chOff x="0" y="0"/>
          <a:chExt cx="0" cy="0"/>
        </a:xfrm>
      </p:grpSpPr>
      <p:sp>
        <p:nvSpPr>
          <p:cNvPr id="15" name="txtSecureMarker2" hidden="1"/>
          <p:cNvSpPr txBox="1"/>
          <p:nvPr userDrawn="1"/>
        </p:nvSpPr>
        <p:spPr>
          <a:xfrm>
            <a:off x="3762236" y="6509883"/>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4" name="txtSecureMarker1" hidden="1"/>
          <p:cNvSpPr txBox="1"/>
          <p:nvPr userDrawn="1"/>
        </p:nvSpPr>
        <p:spPr>
          <a:xfrm>
            <a:off x="3762236" y="57491"/>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1" name="Text Placeholder 7">
            <a:extLst>
              <a:ext uri="{FF2B5EF4-FFF2-40B4-BE49-F238E27FC236}">
                <a16:creationId xmlns:a16="http://schemas.microsoft.com/office/drawing/2014/main" id="{A48A4594-5048-446B-A0A3-72725B3958E9}"/>
              </a:ext>
            </a:extLst>
          </p:cNvPr>
          <p:cNvSpPr>
            <a:spLocks noGrp="1"/>
          </p:cNvSpPr>
          <p:nvPr>
            <p:ph type="body" sz="quarter" idx="15" hasCustomPrompt="1"/>
          </p:nvPr>
        </p:nvSpPr>
        <p:spPr>
          <a:xfrm>
            <a:off x="6169025" y="1633788"/>
            <a:ext cx="5473700" cy="2660400"/>
          </a:xfrm>
        </p:spPr>
        <p:txBody>
          <a:bodyPr anchor="b" anchorCtr="0">
            <a:noAutofit/>
          </a:bodyPr>
          <a:lstStyle>
            <a:lvl1pPr marL="0" algn="l" defTabSz="1039307" rtl="0" eaLnBrk="1" latinLnBrk="0" hangingPunct="1">
              <a:lnSpc>
                <a:spcPct val="100000"/>
              </a:lnSpc>
              <a:spcBef>
                <a:spcPct val="0"/>
              </a:spcBef>
              <a:spcAft>
                <a:spcPts val="0"/>
              </a:spcAft>
              <a:buNone/>
              <a:tabLst>
                <a:tab pos="0" algn="l"/>
                <a:tab pos="2874963" algn="l"/>
              </a:tabLst>
              <a:defRPr kumimoji="0" lang="en-GB" sz="4800" b="0" i="0" u="none" strike="noStrike" kern="1200" cap="none" spc="0" normalizeH="0" baseline="0" dirty="0">
                <a:ln>
                  <a:noFill/>
                </a:ln>
                <a:solidFill>
                  <a:schemeClr val="bg1"/>
                </a:solidFill>
                <a:effectLst/>
                <a:uLnTx/>
                <a:uFillTx/>
                <a:latin typeface="+mj-lt"/>
                <a:ea typeface="+mj-ea"/>
                <a:cs typeface="+mj-cs"/>
              </a:defRPr>
            </a:lvl1pPr>
            <a:lvl2pPr>
              <a:lnSpc>
                <a:spcPct val="90000"/>
              </a:lnSpc>
              <a:spcBef>
                <a:spcPts val="200"/>
              </a:spcBef>
              <a:spcAft>
                <a:spcPts val="0"/>
              </a:spcAft>
              <a:defRPr sz="2400" spc="0">
                <a:solidFill>
                  <a:schemeClr val="tx1"/>
                </a:solidFill>
              </a:defRPr>
            </a:lvl2pPr>
          </a:lstStyle>
          <a:p>
            <a:pPr lvl="0"/>
            <a:r>
              <a:rPr lang="en-GB"/>
              <a:t>Click to add title</a:t>
            </a:r>
          </a:p>
        </p:txBody>
      </p:sp>
      <p:sp>
        <p:nvSpPr>
          <p:cNvPr id="12" name="Picture Placeholder 11">
            <a:extLst>
              <a:ext uri="{FF2B5EF4-FFF2-40B4-BE49-F238E27FC236}">
                <a16:creationId xmlns:a16="http://schemas.microsoft.com/office/drawing/2014/main" id="{8ACAF202-714C-41A1-A279-E2D542DC50B2}"/>
              </a:ext>
            </a:extLst>
          </p:cNvPr>
          <p:cNvSpPr>
            <a:spLocks noGrp="1"/>
          </p:cNvSpPr>
          <p:nvPr>
            <p:ph type="pic" sz="quarter" idx="19" hasCustomPrompt="1"/>
          </p:nvPr>
        </p:nvSpPr>
        <p:spPr>
          <a:xfrm>
            <a:off x="0" y="0"/>
            <a:ext cx="5089525" cy="6858000"/>
          </a:xfrm>
          <a:custGeom>
            <a:avLst/>
            <a:gdLst>
              <a:gd name="connsiteX0" fmla="*/ 0 w 5089525"/>
              <a:gd name="connsiteY0" fmla="*/ 0 h 6858000"/>
              <a:gd name="connsiteX1" fmla="*/ 4994052 w 5089525"/>
              <a:gd name="connsiteY1" fmla="*/ 0 h 6858000"/>
              <a:gd name="connsiteX2" fmla="*/ 5089525 w 5089525"/>
              <a:gd name="connsiteY2" fmla="*/ 95473 h 6858000"/>
              <a:gd name="connsiteX3" fmla="*/ 5089525 w 5089525"/>
              <a:gd name="connsiteY3" fmla="*/ 6762527 h 6858000"/>
              <a:gd name="connsiteX4" fmla="*/ 4994052 w 5089525"/>
              <a:gd name="connsiteY4" fmla="*/ 6858000 h 6858000"/>
              <a:gd name="connsiteX5" fmla="*/ 0 w 508952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89525" h="6858000">
                <a:moveTo>
                  <a:pt x="0" y="0"/>
                </a:moveTo>
                <a:lnTo>
                  <a:pt x="4994052" y="0"/>
                </a:lnTo>
                <a:cubicBezTo>
                  <a:pt x="5046780" y="0"/>
                  <a:pt x="5089525" y="42745"/>
                  <a:pt x="5089525" y="95473"/>
                </a:cubicBezTo>
                <a:lnTo>
                  <a:pt x="5089525" y="6762527"/>
                </a:lnTo>
                <a:cubicBezTo>
                  <a:pt x="5089525" y="6815255"/>
                  <a:pt x="5046780" y="6858000"/>
                  <a:pt x="4994052" y="6858000"/>
                </a:cubicBezTo>
                <a:lnTo>
                  <a:pt x="0" y="6858000"/>
                </a:lnTo>
                <a:close/>
              </a:path>
            </a:pathLst>
          </a:custGeom>
          <a:solidFill>
            <a:schemeClr val="accent6"/>
          </a:solidFill>
        </p:spPr>
        <p:txBody>
          <a:bodyPr wrap="square" lIns="36000" tIns="36000" rIns="36000" bIns="36000" anchor="ctr">
            <a:noAutofit/>
          </a:bodyPr>
          <a:lstStyle>
            <a:lvl1pPr algn="ctr">
              <a:defRPr>
                <a:solidFill>
                  <a:schemeClr val="accent4"/>
                </a:solidFill>
              </a:defRPr>
            </a:lvl1pPr>
          </a:lstStyle>
          <a:p>
            <a:r>
              <a:rPr lang="en-GB"/>
              <a:t>Image here</a:t>
            </a:r>
          </a:p>
        </p:txBody>
      </p:sp>
      <p:pic>
        <p:nvPicPr>
          <p:cNvPr id="16" name="Graphic 15">
            <a:extLst>
              <a:ext uri="{FF2B5EF4-FFF2-40B4-BE49-F238E27FC236}">
                <a16:creationId xmlns:a16="http://schemas.microsoft.com/office/drawing/2014/main" id="{0BD2EF97-68A6-4F98-8B02-FB2AED243CE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850563" y="700776"/>
            <a:ext cx="792162" cy="699572"/>
          </a:xfrm>
          <a:prstGeom prst="rect">
            <a:avLst/>
          </a:prstGeom>
        </p:spPr>
      </p:pic>
      <p:cxnSp>
        <p:nvCxnSpPr>
          <p:cNvPr id="17" name="Straight Connector 16">
            <a:extLst>
              <a:ext uri="{FF2B5EF4-FFF2-40B4-BE49-F238E27FC236}">
                <a16:creationId xmlns:a16="http://schemas.microsoft.com/office/drawing/2014/main" id="{FDCAC644-F955-416B-B45E-14C32DF27091}"/>
              </a:ext>
            </a:extLst>
          </p:cNvPr>
          <p:cNvCxnSpPr/>
          <p:nvPr userDrawn="1"/>
        </p:nvCxnSpPr>
        <p:spPr>
          <a:xfrm>
            <a:off x="6170929" y="4446111"/>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8" name="Text Placeholder 3">
            <a:extLst>
              <a:ext uri="{FF2B5EF4-FFF2-40B4-BE49-F238E27FC236}">
                <a16:creationId xmlns:a16="http://schemas.microsoft.com/office/drawing/2014/main" id="{8F8FF002-C9EF-4261-92A6-B45176662CC7}"/>
              </a:ext>
            </a:extLst>
          </p:cNvPr>
          <p:cNvSpPr>
            <a:spLocks noGrp="1"/>
          </p:cNvSpPr>
          <p:nvPr>
            <p:ph type="body" sz="quarter" idx="20"/>
          </p:nvPr>
        </p:nvSpPr>
        <p:spPr>
          <a:xfrm>
            <a:off x="6169025" y="4598035"/>
            <a:ext cx="5473700" cy="760413"/>
          </a:xfrm>
        </p:spPr>
        <p:txBody>
          <a:bodyPr/>
          <a:lstStyle>
            <a:lvl1pPr marL="0" indent="0" algn="l" defTabSz="203892" rtl="0" eaLnBrk="1" latinLnBrk="0" hangingPunct="1">
              <a:lnSpc>
                <a:spcPct val="100000"/>
              </a:lnSpc>
              <a:spcBef>
                <a:spcPts val="0"/>
              </a:spcBef>
              <a:spcAft>
                <a:spcPts val="600"/>
              </a:spcAft>
              <a:buClrTx/>
              <a:buFont typeface="Arial" panose="020B0604020202020204" pitchFamily="34" charset="0"/>
              <a:buNone/>
              <a:defRPr lang="en-US" sz="2100" b="0" kern="1200" cap="none" baseline="0" dirty="0">
                <a:solidFill>
                  <a:schemeClr val="accent4"/>
                </a:solidFill>
                <a:latin typeface="+mn-lt"/>
                <a:ea typeface="+mn-ea"/>
                <a:cs typeface="+mn-cs"/>
              </a:defRPr>
            </a:lvl1pPr>
            <a:lvl2pPr>
              <a:defRPr b="0">
                <a:solidFill>
                  <a:schemeClr val="bg1"/>
                </a:solidFill>
              </a:defRPr>
            </a:lvl2pPr>
          </a:lstStyle>
          <a:p>
            <a:pPr marL="0" lvl="0" indent="0" algn="l" defTabSz="203892" rtl="0" eaLnBrk="1" latinLnBrk="0" hangingPunct="1">
              <a:lnSpc>
                <a:spcPct val="100000"/>
              </a:lnSpc>
              <a:spcBef>
                <a:spcPts val="0"/>
              </a:spcBef>
              <a:spcAft>
                <a:spcPts val="600"/>
              </a:spcAft>
              <a:buClrTx/>
              <a:buFont typeface="Arial" panose="020B0604020202020204" pitchFamily="34" charset="0"/>
              <a:buNone/>
            </a:pPr>
            <a:r>
              <a:rPr lang="en-GB"/>
              <a:t>Click to edit Master text styles</a:t>
            </a:r>
          </a:p>
          <a:p>
            <a:pPr lvl="1"/>
            <a:r>
              <a:rPr lang="en-GB"/>
              <a:t>Second level</a:t>
            </a:r>
          </a:p>
        </p:txBody>
      </p:sp>
      <p:pic>
        <p:nvPicPr>
          <p:cNvPr id="21" name="Picture 20">
            <a:extLst>
              <a:ext uri="{FF2B5EF4-FFF2-40B4-BE49-F238E27FC236}">
                <a16:creationId xmlns:a16="http://schemas.microsoft.com/office/drawing/2014/main" id="{A2781063-7C60-4C39-9D14-E91349D395A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182654" y="6050271"/>
            <a:ext cx="2045333" cy="354000"/>
          </a:xfrm>
          <a:prstGeom prst="rect">
            <a:avLst/>
          </a:prstGeom>
        </p:spPr>
      </p:pic>
    </p:spTree>
    <p:extLst>
      <p:ext uri="{BB962C8B-B14F-4D97-AF65-F5344CB8AC3E}">
        <p14:creationId xmlns:p14="http://schemas.microsoft.com/office/powerpoint/2010/main" val="210440083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 - Ligh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3626A88A-71BE-4088-831C-26B525BD2479}"/>
              </a:ext>
            </a:extLst>
          </p:cNvPr>
          <p:cNvSpPr>
            <a:spLocks noGrp="1"/>
          </p:cNvSpPr>
          <p:nvPr>
            <p:ph type="pic" sz="quarter" idx="23"/>
          </p:nvPr>
        </p:nvSpPr>
        <p:spPr>
          <a:xfrm>
            <a:off x="9913937" y="2567305"/>
            <a:ext cx="1728788" cy="1720162"/>
          </a:xfrm>
          <a:custGeom>
            <a:avLst/>
            <a:gdLst>
              <a:gd name="connsiteX0" fmla="*/ 66880 w 1728788"/>
              <a:gd name="connsiteY0" fmla="*/ 0 h 1720162"/>
              <a:gd name="connsiteX1" fmla="*/ 1661908 w 1728788"/>
              <a:gd name="connsiteY1" fmla="*/ 0 h 1720162"/>
              <a:gd name="connsiteX2" fmla="*/ 1728788 w 1728788"/>
              <a:gd name="connsiteY2" fmla="*/ 66880 h 1720162"/>
              <a:gd name="connsiteX3" fmla="*/ 1728788 w 1728788"/>
              <a:gd name="connsiteY3" fmla="*/ 1653282 h 1720162"/>
              <a:gd name="connsiteX4" fmla="*/ 1661908 w 1728788"/>
              <a:gd name="connsiteY4" fmla="*/ 1720162 h 1720162"/>
              <a:gd name="connsiteX5" fmla="*/ 66880 w 1728788"/>
              <a:gd name="connsiteY5" fmla="*/ 1720162 h 1720162"/>
              <a:gd name="connsiteX6" fmla="*/ 0 w 1728788"/>
              <a:gd name="connsiteY6" fmla="*/ 1653282 h 1720162"/>
              <a:gd name="connsiteX7" fmla="*/ 0 w 1728788"/>
              <a:gd name="connsiteY7" fmla="*/ 66880 h 1720162"/>
              <a:gd name="connsiteX8" fmla="*/ 66880 w 1728788"/>
              <a:gd name="connsiteY8" fmla="*/ 0 h 17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788" h="1720162">
                <a:moveTo>
                  <a:pt x="66880" y="0"/>
                </a:moveTo>
                <a:lnTo>
                  <a:pt x="1661908" y="0"/>
                </a:lnTo>
                <a:cubicBezTo>
                  <a:pt x="1698845" y="0"/>
                  <a:pt x="1728788" y="29943"/>
                  <a:pt x="1728788" y="66880"/>
                </a:cubicBezTo>
                <a:lnTo>
                  <a:pt x="1728788" y="1653282"/>
                </a:lnTo>
                <a:cubicBezTo>
                  <a:pt x="1728788" y="1690219"/>
                  <a:pt x="1698845" y="1720162"/>
                  <a:pt x="1661908" y="1720162"/>
                </a:cubicBezTo>
                <a:lnTo>
                  <a:pt x="66880" y="1720162"/>
                </a:lnTo>
                <a:cubicBezTo>
                  <a:pt x="29943" y="1720162"/>
                  <a:pt x="0" y="1690219"/>
                  <a:pt x="0" y="1653282"/>
                </a:cubicBezTo>
                <a:lnTo>
                  <a:pt x="0" y="66880"/>
                </a:lnTo>
                <a:cubicBezTo>
                  <a:pt x="0" y="29943"/>
                  <a:pt x="29943" y="0"/>
                  <a:pt x="66880" y="0"/>
                </a:cubicBezTo>
                <a:close/>
              </a:path>
            </a:pathLst>
          </a:custGeom>
          <a:solidFill>
            <a:schemeClr val="accent6"/>
          </a:solidFill>
        </p:spPr>
        <p:txBody>
          <a:bodyPr wrap="square" anchor="ctr">
            <a:noAutofit/>
          </a:bodyPr>
          <a:lstStyle>
            <a:lvl1pPr algn="ctr">
              <a:defRPr/>
            </a:lvl1pPr>
          </a:lstStyle>
          <a:p>
            <a:endParaRPr lang="en-GB"/>
          </a:p>
        </p:txBody>
      </p:sp>
      <p:sp>
        <p:nvSpPr>
          <p:cNvPr id="30" name="Picture Placeholder 29">
            <a:extLst>
              <a:ext uri="{FF2B5EF4-FFF2-40B4-BE49-F238E27FC236}">
                <a16:creationId xmlns:a16="http://schemas.microsoft.com/office/drawing/2014/main" id="{D0AF4480-B11D-4AF6-AD5D-D5A8F20FE385}"/>
              </a:ext>
            </a:extLst>
          </p:cNvPr>
          <p:cNvSpPr>
            <a:spLocks noGrp="1"/>
          </p:cNvSpPr>
          <p:nvPr>
            <p:ph type="pic" sz="quarter" idx="22"/>
          </p:nvPr>
        </p:nvSpPr>
        <p:spPr>
          <a:xfrm>
            <a:off x="6169025" y="2567305"/>
            <a:ext cx="3600452" cy="3600441"/>
          </a:xfrm>
          <a:custGeom>
            <a:avLst/>
            <a:gdLst>
              <a:gd name="connsiteX0" fmla="*/ 66716 w 3600452"/>
              <a:gd name="connsiteY0" fmla="*/ 0 h 3600441"/>
              <a:gd name="connsiteX1" fmla="*/ 3533736 w 3600452"/>
              <a:gd name="connsiteY1" fmla="*/ 0 h 3600441"/>
              <a:gd name="connsiteX2" fmla="*/ 3600452 w 3600452"/>
              <a:gd name="connsiteY2" fmla="*/ 66716 h 3600441"/>
              <a:gd name="connsiteX3" fmla="*/ 3600452 w 3600452"/>
              <a:gd name="connsiteY3" fmla="*/ 3533725 h 3600441"/>
              <a:gd name="connsiteX4" fmla="*/ 3533736 w 3600452"/>
              <a:gd name="connsiteY4" fmla="*/ 3600441 h 3600441"/>
              <a:gd name="connsiteX5" fmla="*/ 66716 w 3600452"/>
              <a:gd name="connsiteY5" fmla="*/ 3600441 h 3600441"/>
              <a:gd name="connsiteX6" fmla="*/ 0 w 3600452"/>
              <a:gd name="connsiteY6" fmla="*/ 3533725 h 3600441"/>
              <a:gd name="connsiteX7" fmla="*/ 0 w 3600452"/>
              <a:gd name="connsiteY7" fmla="*/ 66716 h 3600441"/>
              <a:gd name="connsiteX8" fmla="*/ 66716 w 3600452"/>
              <a:gd name="connsiteY8" fmla="*/ 0 h 360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0452" h="3600441">
                <a:moveTo>
                  <a:pt x="66716" y="0"/>
                </a:moveTo>
                <a:lnTo>
                  <a:pt x="3533736" y="0"/>
                </a:lnTo>
                <a:cubicBezTo>
                  <a:pt x="3570582" y="0"/>
                  <a:pt x="3600452" y="29870"/>
                  <a:pt x="3600452" y="66716"/>
                </a:cubicBezTo>
                <a:lnTo>
                  <a:pt x="3600452" y="3533725"/>
                </a:lnTo>
                <a:cubicBezTo>
                  <a:pt x="3600452" y="3570571"/>
                  <a:pt x="3570582" y="3600441"/>
                  <a:pt x="3533736" y="3600441"/>
                </a:cubicBezTo>
                <a:lnTo>
                  <a:pt x="66716" y="3600441"/>
                </a:lnTo>
                <a:cubicBezTo>
                  <a:pt x="29870" y="3600441"/>
                  <a:pt x="0" y="3570571"/>
                  <a:pt x="0" y="3533725"/>
                </a:cubicBezTo>
                <a:lnTo>
                  <a:pt x="0" y="66716"/>
                </a:lnTo>
                <a:cubicBezTo>
                  <a:pt x="0" y="29870"/>
                  <a:pt x="29870" y="0"/>
                  <a:pt x="66716" y="0"/>
                </a:cubicBezTo>
                <a:close/>
              </a:path>
            </a:pathLst>
          </a:custGeom>
          <a:solidFill>
            <a:schemeClr val="accent6"/>
          </a:solidFill>
        </p:spPr>
        <p:txBody>
          <a:bodyPr wrap="square" anchor="ctr">
            <a:noAutofit/>
          </a:bodyPr>
          <a:lstStyle>
            <a:lvl1pPr algn="ctr">
              <a:defRPr/>
            </a:lvl1pPr>
          </a:lstStyle>
          <a:p>
            <a:endParaRPr lang="en-GB"/>
          </a:p>
        </p:txBody>
      </p:sp>
      <p:sp>
        <p:nvSpPr>
          <p:cNvPr id="29" name="Picture Placeholder 28">
            <a:extLst>
              <a:ext uri="{FF2B5EF4-FFF2-40B4-BE49-F238E27FC236}">
                <a16:creationId xmlns:a16="http://schemas.microsoft.com/office/drawing/2014/main" id="{5A93A15E-4B47-4F33-876A-32CA65B40F9A}"/>
              </a:ext>
            </a:extLst>
          </p:cNvPr>
          <p:cNvSpPr>
            <a:spLocks noGrp="1"/>
          </p:cNvSpPr>
          <p:nvPr>
            <p:ph type="pic" sz="quarter" idx="21"/>
          </p:nvPr>
        </p:nvSpPr>
        <p:spPr>
          <a:xfrm>
            <a:off x="6170930" y="695062"/>
            <a:ext cx="1728788" cy="1727464"/>
          </a:xfrm>
          <a:custGeom>
            <a:avLst/>
            <a:gdLst>
              <a:gd name="connsiteX0" fmla="*/ 69029 w 1728788"/>
              <a:gd name="connsiteY0" fmla="*/ 0 h 1727464"/>
              <a:gd name="connsiteX1" fmla="*/ 1659759 w 1728788"/>
              <a:gd name="connsiteY1" fmla="*/ 0 h 1727464"/>
              <a:gd name="connsiteX2" fmla="*/ 1728788 w 1728788"/>
              <a:gd name="connsiteY2" fmla="*/ 69029 h 1727464"/>
              <a:gd name="connsiteX3" fmla="*/ 1728788 w 1728788"/>
              <a:gd name="connsiteY3" fmla="*/ 1658435 h 1727464"/>
              <a:gd name="connsiteX4" fmla="*/ 1659759 w 1728788"/>
              <a:gd name="connsiteY4" fmla="*/ 1727464 h 1727464"/>
              <a:gd name="connsiteX5" fmla="*/ 69029 w 1728788"/>
              <a:gd name="connsiteY5" fmla="*/ 1727464 h 1727464"/>
              <a:gd name="connsiteX6" fmla="*/ 0 w 1728788"/>
              <a:gd name="connsiteY6" fmla="*/ 1658435 h 1727464"/>
              <a:gd name="connsiteX7" fmla="*/ 0 w 1728788"/>
              <a:gd name="connsiteY7" fmla="*/ 69029 h 1727464"/>
              <a:gd name="connsiteX8" fmla="*/ 69029 w 1728788"/>
              <a:gd name="connsiteY8" fmla="*/ 0 h 1727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788" h="1727464">
                <a:moveTo>
                  <a:pt x="69029" y="0"/>
                </a:moveTo>
                <a:lnTo>
                  <a:pt x="1659759" y="0"/>
                </a:lnTo>
                <a:cubicBezTo>
                  <a:pt x="1697883" y="0"/>
                  <a:pt x="1728788" y="30905"/>
                  <a:pt x="1728788" y="69029"/>
                </a:cubicBezTo>
                <a:lnTo>
                  <a:pt x="1728788" y="1658435"/>
                </a:lnTo>
                <a:cubicBezTo>
                  <a:pt x="1728788" y="1696559"/>
                  <a:pt x="1697883" y="1727464"/>
                  <a:pt x="1659759" y="1727464"/>
                </a:cubicBezTo>
                <a:lnTo>
                  <a:pt x="69029" y="1727464"/>
                </a:lnTo>
                <a:cubicBezTo>
                  <a:pt x="30905" y="1727464"/>
                  <a:pt x="0" y="1696559"/>
                  <a:pt x="0" y="1658435"/>
                </a:cubicBezTo>
                <a:lnTo>
                  <a:pt x="0" y="69029"/>
                </a:lnTo>
                <a:cubicBezTo>
                  <a:pt x="0" y="30905"/>
                  <a:pt x="30905" y="0"/>
                  <a:pt x="69029" y="0"/>
                </a:cubicBezTo>
                <a:close/>
              </a:path>
            </a:pathLst>
          </a:custGeom>
          <a:solidFill>
            <a:schemeClr val="accent6"/>
          </a:solidFill>
        </p:spPr>
        <p:txBody>
          <a:bodyPr wrap="square" anchor="ctr">
            <a:noAutofit/>
          </a:bodyPr>
          <a:lstStyle>
            <a:lvl1pPr algn="ctr">
              <a:defRPr/>
            </a:lvl1pPr>
          </a:lstStyle>
          <a:p>
            <a:endParaRPr lang="en-GB"/>
          </a:p>
        </p:txBody>
      </p:sp>
      <p:sp>
        <p:nvSpPr>
          <p:cNvPr id="10" name="txtSecureMarker1" hidden="1"/>
          <p:cNvSpPr txBox="1"/>
          <p:nvPr userDrawn="1"/>
        </p:nvSpPr>
        <p:spPr>
          <a:xfrm>
            <a:off x="3762235" y="26533"/>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1" name="txtSecureMarker2" hidden="1"/>
          <p:cNvSpPr txBox="1"/>
          <p:nvPr userDrawn="1"/>
        </p:nvSpPr>
        <p:spPr>
          <a:xfrm>
            <a:off x="4080241" y="6326065"/>
            <a:ext cx="4034692" cy="466997"/>
          </a:xfrm>
          <a:prstGeom prst="rect">
            <a:avLst/>
          </a:prstGeom>
          <a:noFill/>
        </p:spPr>
        <p:txBody>
          <a:bodyPr wrap="square" lIns="103931" tIns="51965" rIns="103931" bIns="51965" rtlCol="0" anchor="b" anchorCtr="0">
            <a:no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pic>
        <p:nvPicPr>
          <p:cNvPr id="13" name="Picture 12">
            <a:extLst>
              <a:ext uri="{FF2B5EF4-FFF2-40B4-BE49-F238E27FC236}">
                <a16:creationId xmlns:a16="http://schemas.microsoft.com/office/drawing/2014/main" id="{87F3E6FF-991B-4EEE-BA62-2925B04EDBE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54356" y="5811850"/>
            <a:ext cx="2045333" cy="354000"/>
          </a:xfrm>
          <a:prstGeom prst="rect">
            <a:avLst/>
          </a:prstGeom>
        </p:spPr>
      </p:pic>
      <p:pic>
        <p:nvPicPr>
          <p:cNvPr id="14" name="Graphic 13">
            <a:extLst>
              <a:ext uri="{FF2B5EF4-FFF2-40B4-BE49-F238E27FC236}">
                <a16:creationId xmlns:a16="http://schemas.microsoft.com/office/drawing/2014/main" id="{2A186C81-374F-4EE6-9233-C724E7C91A8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0563" y="700776"/>
            <a:ext cx="792162" cy="699572"/>
          </a:xfrm>
          <a:prstGeom prst="rect">
            <a:avLst/>
          </a:prstGeom>
        </p:spPr>
      </p:pic>
      <p:sp>
        <p:nvSpPr>
          <p:cNvPr id="21" name="Text Placeholder 7">
            <a:extLst>
              <a:ext uri="{FF2B5EF4-FFF2-40B4-BE49-F238E27FC236}">
                <a16:creationId xmlns:a16="http://schemas.microsoft.com/office/drawing/2014/main" id="{4A064FF8-5D5B-4CED-9876-D59D4983B18C}"/>
              </a:ext>
            </a:extLst>
          </p:cNvPr>
          <p:cNvSpPr>
            <a:spLocks noGrp="1"/>
          </p:cNvSpPr>
          <p:nvPr>
            <p:ph type="body" sz="quarter" idx="15" hasCustomPrompt="1"/>
          </p:nvPr>
        </p:nvSpPr>
        <p:spPr>
          <a:xfrm>
            <a:off x="547205" y="696966"/>
            <a:ext cx="5329339" cy="2660400"/>
          </a:xfrm>
        </p:spPr>
        <p:txBody>
          <a:bodyPr anchor="b" anchorCtr="0">
            <a:noAutofit/>
          </a:bodyPr>
          <a:lstStyle>
            <a:lvl1pPr marL="0" algn="l" defTabSz="1039307" rtl="0" eaLnBrk="1" latinLnBrk="0" hangingPunct="1">
              <a:lnSpc>
                <a:spcPct val="100000"/>
              </a:lnSpc>
              <a:spcBef>
                <a:spcPct val="0"/>
              </a:spcBef>
              <a:spcAft>
                <a:spcPts val="0"/>
              </a:spcAft>
              <a:buNone/>
              <a:tabLst>
                <a:tab pos="0" algn="l"/>
                <a:tab pos="2874963" algn="l"/>
              </a:tabLst>
              <a:defRPr kumimoji="0" lang="en-GB" sz="4800" b="0" i="0" u="none" strike="noStrike" kern="1200" cap="none" spc="0" normalizeH="0" baseline="0" dirty="0">
                <a:ln>
                  <a:noFill/>
                </a:ln>
                <a:solidFill>
                  <a:schemeClr val="accent1"/>
                </a:solidFill>
                <a:effectLst/>
                <a:uLnTx/>
                <a:uFillTx/>
                <a:latin typeface="+mj-lt"/>
                <a:ea typeface="+mj-ea"/>
                <a:cs typeface="+mj-cs"/>
              </a:defRPr>
            </a:lvl1pPr>
            <a:lvl2pPr>
              <a:lnSpc>
                <a:spcPct val="90000"/>
              </a:lnSpc>
              <a:spcBef>
                <a:spcPts val="200"/>
              </a:spcBef>
              <a:spcAft>
                <a:spcPts val="0"/>
              </a:spcAft>
              <a:defRPr sz="2400" spc="0">
                <a:solidFill>
                  <a:schemeClr val="tx1"/>
                </a:solidFill>
              </a:defRPr>
            </a:lvl2pPr>
          </a:lstStyle>
          <a:p>
            <a:pPr lvl="0"/>
            <a:r>
              <a:rPr lang="en-GB"/>
              <a:t>Click to add title</a:t>
            </a:r>
          </a:p>
        </p:txBody>
      </p:sp>
      <p:cxnSp>
        <p:nvCxnSpPr>
          <p:cNvPr id="22" name="Straight Connector 21">
            <a:extLst>
              <a:ext uri="{FF2B5EF4-FFF2-40B4-BE49-F238E27FC236}">
                <a16:creationId xmlns:a16="http://schemas.microsoft.com/office/drawing/2014/main" id="{DD6C5442-D800-41C8-AF65-CF6815099E9C}"/>
              </a:ext>
            </a:extLst>
          </p:cNvPr>
          <p:cNvCxnSpPr/>
          <p:nvPr userDrawn="1"/>
        </p:nvCxnSpPr>
        <p:spPr>
          <a:xfrm>
            <a:off x="549109" y="3516910"/>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FB6A44D4-B386-4943-9D12-7E3E6AC5FB8B}"/>
              </a:ext>
            </a:extLst>
          </p:cNvPr>
          <p:cNvSpPr>
            <a:spLocks noGrp="1"/>
          </p:cNvSpPr>
          <p:nvPr>
            <p:ph type="body" sz="quarter" idx="20"/>
          </p:nvPr>
        </p:nvSpPr>
        <p:spPr>
          <a:xfrm>
            <a:off x="547205" y="3676453"/>
            <a:ext cx="5329339" cy="760413"/>
          </a:xfrm>
        </p:spPr>
        <p:txBody>
          <a:bodyPr/>
          <a:lstStyle>
            <a:lvl1pPr marL="0" indent="0" algn="l" defTabSz="203892" rtl="0" eaLnBrk="1" latinLnBrk="0" hangingPunct="1">
              <a:lnSpc>
                <a:spcPct val="100000"/>
              </a:lnSpc>
              <a:spcBef>
                <a:spcPts val="0"/>
              </a:spcBef>
              <a:spcAft>
                <a:spcPts val="600"/>
              </a:spcAft>
              <a:buClrTx/>
              <a:buFont typeface="Arial" panose="020B0604020202020204" pitchFamily="34" charset="0"/>
              <a:buNone/>
              <a:defRPr lang="en-US" sz="2100" b="0" kern="1200" cap="none" baseline="0" dirty="0">
                <a:solidFill>
                  <a:schemeClr val="accent4"/>
                </a:solidFill>
                <a:latin typeface="+mn-lt"/>
                <a:ea typeface="+mn-ea"/>
                <a:cs typeface="+mn-cs"/>
              </a:defRPr>
            </a:lvl1pPr>
            <a:lvl2pPr>
              <a:defRPr b="0">
                <a:solidFill>
                  <a:schemeClr val="accent1"/>
                </a:solidFill>
              </a:defRPr>
            </a:lvl2pPr>
          </a:lstStyle>
          <a:p>
            <a:pPr marL="0" lvl="0" indent="0" algn="l" defTabSz="203892" rtl="0" eaLnBrk="1" latinLnBrk="0" hangingPunct="1">
              <a:lnSpc>
                <a:spcPct val="100000"/>
              </a:lnSpc>
              <a:spcBef>
                <a:spcPts val="0"/>
              </a:spcBef>
              <a:spcAft>
                <a:spcPts val="600"/>
              </a:spcAft>
              <a:buClrTx/>
              <a:buFont typeface="Arial" panose="020B0604020202020204" pitchFamily="34" charset="0"/>
              <a:buNone/>
            </a:pPr>
            <a:r>
              <a:rPr lang="en-GB"/>
              <a:t>Click to edit Master text styles</a:t>
            </a:r>
          </a:p>
          <a:p>
            <a:pPr lvl="1"/>
            <a:r>
              <a:rPr lang="en-GB"/>
              <a:t>Second level</a:t>
            </a:r>
          </a:p>
        </p:txBody>
      </p:sp>
    </p:spTree>
    <p:extLst>
      <p:ext uri="{BB962C8B-B14F-4D97-AF65-F5344CB8AC3E}">
        <p14:creationId xmlns:p14="http://schemas.microsoft.com/office/powerpoint/2010/main" val="167329846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B - Dark">
    <p:bg>
      <p:bgPr>
        <a:solidFill>
          <a:schemeClr val="accent1"/>
        </a:solidFill>
        <a:effectLst/>
      </p:bgPr>
    </p:bg>
    <p:spTree>
      <p:nvGrpSpPr>
        <p:cNvPr id="1" name=""/>
        <p:cNvGrpSpPr/>
        <p:nvPr/>
      </p:nvGrpSpPr>
      <p:grpSpPr>
        <a:xfrm>
          <a:off x="0" y="0"/>
          <a:ext cx="0" cy="0"/>
          <a:chOff x="0" y="0"/>
          <a:chExt cx="0" cy="0"/>
        </a:xfrm>
      </p:grpSpPr>
      <p:sp>
        <p:nvSpPr>
          <p:cNvPr id="10" name="txtSecureMarker1" hidden="1"/>
          <p:cNvSpPr txBox="1"/>
          <p:nvPr userDrawn="1"/>
        </p:nvSpPr>
        <p:spPr>
          <a:xfrm>
            <a:off x="3762235" y="26533"/>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1" name="txtSecureMarker2" hidden="1"/>
          <p:cNvSpPr txBox="1"/>
          <p:nvPr userDrawn="1"/>
        </p:nvSpPr>
        <p:spPr>
          <a:xfrm>
            <a:off x="4080241" y="6326065"/>
            <a:ext cx="4034692" cy="466997"/>
          </a:xfrm>
          <a:prstGeom prst="rect">
            <a:avLst/>
          </a:prstGeom>
          <a:noFill/>
        </p:spPr>
        <p:txBody>
          <a:bodyPr wrap="square" lIns="103931" tIns="51965" rIns="103931" bIns="51965" rtlCol="0" anchor="b" anchorCtr="0">
            <a:no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pic>
        <p:nvPicPr>
          <p:cNvPr id="14" name="Graphic 13">
            <a:extLst>
              <a:ext uri="{FF2B5EF4-FFF2-40B4-BE49-F238E27FC236}">
                <a16:creationId xmlns:a16="http://schemas.microsoft.com/office/drawing/2014/main" id="{2A186C81-374F-4EE6-9233-C724E7C91A8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850563" y="700776"/>
            <a:ext cx="792162" cy="699572"/>
          </a:xfrm>
          <a:prstGeom prst="rect">
            <a:avLst/>
          </a:prstGeom>
        </p:spPr>
      </p:pic>
      <p:sp>
        <p:nvSpPr>
          <p:cNvPr id="21" name="Text Placeholder 7">
            <a:extLst>
              <a:ext uri="{FF2B5EF4-FFF2-40B4-BE49-F238E27FC236}">
                <a16:creationId xmlns:a16="http://schemas.microsoft.com/office/drawing/2014/main" id="{4A064FF8-5D5B-4CED-9876-D59D4983B18C}"/>
              </a:ext>
            </a:extLst>
          </p:cNvPr>
          <p:cNvSpPr>
            <a:spLocks noGrp="1"/>
          </p:cNvSpPr>
          <p:nvPr>
            <p:ph type="body" sz="quarter" idx="15" hasCustomPrompt="1"/>
          </p:nvPr>
        </p:nvSpPr>
        <p:spPr>
          <a:xfrm>
            <a:off x="547205" y="696966"/>
            <a:ext cx="5329339" cy="2660400"/>
          </a:xfrm>
        </p:spPr>
        <p:txBody>
          <a:bodyPr anchor="b" anchorCtr="0">
            <a:noAutofit/>
          </a:bodyPr>
          <a:lstStyle>
            <a:lvl1pPr marL="0" algn="l" defTabSz="1039307" rtl="0" eaLnBrk="1" latinLnBrk="0" hangingPunct="1">
              <a:lnSpc>
                <a:spcPct val="100000"/>
              </a:lnSpc>
              <a:spcBef>
                <a:spcPct val="0"/>
              </a:spcBef>
              <a:spcAft>
                <a:spcPts val="0"/>
              </a:spcAft>
              <a:buNone/>
              <a:tabLst>
                <a:tab pos="0" algn="l"/>
                <a:tab pos="2874963" algn="l"/>
              </a:tabLst>
              <a:defRPr kumimoji="0" lang="en-GB" sz="4800" b="0" i="0" u="none" strike="noStrike" kern="1200" cap="none" spc="0" normalizeH="0" baseline="0" dirty="0">
                <a:ln>
                  <a:noFill/>
                </a:ln>
                <a:solidFill>
                  <a:schemeClr val="bg1"/>
                </a:solidFill>
                <a:effectLst/>
                <a:uLnTx/>
                <a:uFillTx/>
                <a:latin typeface="+mj-lt"/>
                <a:ea typeface="+mj-ea"/>
                <a:cs typeface="+mj-cs"/>
              </a:defRPr>
            </a:lvl1pPr>
            <a:lvl2pPr>
              <a:lnSpc>
                <a:spcPct val="90000"/>
              </a:lnSpc>
              <a:spcBef>
                <a:spcPts val="200"/>
              </a:spcBef>
              <a:spcAft>
                <a:spcPts val="0"/>
              </a:spcAft>
              <a:defRPr sz="2400" spc="0">
                <a:solidFill>
                  <a:schemeClr val="tx1"/>
                </a:solidFill>
              </a:defRPr>
            </a:lvl2pPr>
          </a:lstStyle>
          <a:p>
            <a:pPr lvl="0"/>
            <a:r>
              <a:rPr lang="en-GB"/>
              <a:t>Click to add title</a:t>
            </a:r>
          </a:p>
        </p:txBody>
      </p:sp>
      <p:cxnSp>
        <p:nvCxnSpPr>
          <p:cNvPr id="22" name="Straight Connector 21">
            <a:extLst>
              <a:ext uri="{FF2B5EF4-FFF2-40B4-BE49-F238E27FC236}">
                <a16:creationId xmlns:a16="http://schemas.microsoft.com/office/drawing/2014/main" id="{DD6C5442-D800-41C8-AF65-CF6815099E9C}"/>
              </a:ext>
            </a:extLst>
          </p:cNvPr>
          <p:cNvCxnSpPr/>
          <p:nvPr userDrawn="1"/>
        </p:nvCxnSpPr>
        <p:spPr>
          <a:xfrm>
            <a:off x="549109" y="3516910"/>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FB6A44D4-B386-4943-9D12-7E3E6AC5FB8B}"/>
              </a:ext>
            </a:extLst>
          </p:cNvPr>
          <p:cNvSpPr>
            <a:spLocks noGrp="1"/>
          </p:cNvSpPr>
          <p:nvPr>
            <p:ph type="body" sz="quarter" idx="20"/>
          </p:nvPr>
        </p:nvSpPr>
        <p:spPr>
          <a:xfrm>
            <a:off x="547205" y="3676453"/>
            <a:ext cx="5329339" cy="760413"/>
          </a:xfrm>
        </p:spPr>
        <p:txBody>
          <a:bodyPr/>
          <a:lstStyle>
            <a:lvl1pPr marL="0" indent="0" algn="l" defTabSz="203892" rtl="0" eaLnBrk="1" latinLnBrk="0" hangingPunct="1">
              <a:lnSpc>
                <a:spcPct val="100000"/>
              </a:lnSpc>
              <a:spcBef>
                <a:spcPts val="0"/>
              </a:spcBef>
              <a:spcAft>
                <a:spcPts val="600"/>
              </a:spcAft>
              <a:buClrTx/>
              <a:buFont typeface="Arial" panose="020B0604020202020204" pitchFamily="34" charset="0"/>
              <a:buNone/>
              <a:defRPr lang="en-US" sz="2100" b="0" kern="1200" cap="none" baseline="0" dirty="0">
                <a:solidFill>
                  <a:schemeClr val="accent4"/>
                </a:solidFill>
                <a:latin typeface="+mn-lt"/>
                <a:ea typeface="+mn-ea"/>
                <a:cs typeface="+mn-cs"/>
              </a:defRPr>
            </a:lvl1pPr>
            <a:lvl2pPr>
              <a:defRPr b="0">
                <a:solidFill>
                  <a:schemeClr val="bg1"/>
                </a:solidFill>
              </a:defRPr>
            </a:lvl2pPr>
          </a:lstStyle>
          <a:p>
            <a:pPr marL="0" lvl="0" indent="0" algn="l" defTabSz="203892" rtl="0" eaLnBrk="1" latinLnBrk="0" hangingPunct="1">
              <a:lnSpc>
                <a:spcPct val="100000"/>
              </a:lnSpc>
              <a:spcBef>
                <a:spcPts val="0"/>
              </a:spcBef>
              <a:spcAft>
                <a:spcPts val="600"/>
              </a:spcAft>
              <a:buClrTx/>
              <a:buFont typeface="Arial" panose="020B0604020202020204" pitchFamily="34" charset="0"/>
              <a:buNone/>
            </a:pPr>
            <a:r>
              <a:rPr lang="en-GB"/>
              <a:t>Click to edit Master text styles</a:t>
            </a:r>
          </a:p>
          <a:p>
            <a:pPr lvl="1"/>
            <a:r>
              <a:rPr lang="en-GB"/>
              <a:t>Second level</a:t>
            </a:r>
          </a:p>
        </p:txBody>
      </p:sp>
      <p:pic>
        <p:nvPicPr>
          <p:cNvPr id="15" name="Picture 14">
            <a:extLst>
              <a:ext uri="{FF2B5EF4-FFF2-40B4-BE49-F238E27FC236}">
                <a16:creationId xmlns:a16="http://schemas.microsoft.com/office/drawing/2014/main" id="{E798CB9B-D9D0-4EF8-931B-D05C3513C8A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5321" y="5811850"/>
            <a:ext cx="2045333" cy="354000"/>
          </a:xfrm>
          <a:prstGeom prst="rect">
            <a:avLst/>
          </a:prstGeom>
        </p:spPr>
      </p:pic>
      <p:sp>
        <p:nvSpPr>
          <p:cNvPr id="25" name="Picture Placeholder 24">
            <a:extLst>
              <a:ext uri="{FF2B5EF4-FFF2-40B4-BE49-F238E27FC236}">
                <a16:creationId xmlns:a16="http://schemas.microsoft.com/office/drawing/2014/main" id="{82CAF4D6-D7EC-4C84-B5B0-6C629FC19A75}"/>
              </a:ext>
            </a:extLst>
          </p:cNvPr>
          <p:cNvSpPr>
            <a:spLocks noGrp="1"/>
          </p:cNvSpPr>
          <p:nvPr>
            <p:ph type="pic" sz="quarter" idx="23"/>
          </p:nvPr>
        </p:nvSpPr>
        <p:spPr>
          <a:xfrm>
            <a:off x="9913937" y="2567305"/>
            <a:ext cx="1728788" cy="1720162"/>
          </a:xfrm>
          <a:custGeom>
            <a:avLst/>
            <a:gdLst>
              <a:gd name="connsiteX0" fmla="*/ 66880 w 1728788"/>
              <a:gd name="connsiteY0" fmla="*/ 0 h 1720162"/>
              <a:gd name="connsiteX1" fmla="*/ 1661908 w 1728788"/>
              <a:gd name="connsiteY1" fmla="*/ 0 h 1720162"/>
              <a:gd name="connsiteX2" fmla="*/ 1728788 w 1728788"/>
              <a:gd name="connsiteY2" fmla="*/ 66880 h 1720162"/>
              <a:gd name="connsiteX3" fmla="*/ 1728788 w 1728788"/>
              <a:gd name="connsiteY3" fmla="*/ 1653282 h 1720162"/>
              <a:gd name="connsiteX4" fmla="*/ 1661908 w 1728788"/>
              <a:gd name="connsiteY4" fmla="*/ 1720162 h 1720162"/>
              <a:gd name="connsiteX5" fmla="*/ 66880 w 1728788"/>
              <a:gd name="connsiteY5" fmla="*/ 1720162 h 1720162"/>
              <a:gd name="connsiteX6" fmla="*/ 0 w 1728788"/>
              <a:gd name="connsiteY6" fmla="*/ 1653282 h 1720162"/>
              <a:gd name="connsiteX7" fmla="*/ 0 w 1728788"/>
              <a:gd name="connsiteY7" fmla="*/ 66880 h 1720162"/>
              <a:gd name="connsiteX8" fmla="*/ 66880 w 1728788"/>
              <a:gd name="connsiteY8" fmla="*/ 0 h 17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788" h="1720162">
                <a:moveTo>
                  <a:pt x="66880" y="0"/>
                </a:moveTo>
                <a:lnTo>
                  <a:pt x="1661908" y="0"/>
                </a:lnTo>
                <a:cubicBezTo>
                  <a:pt x="1698845" y="0"/>
                  <a:pt x="1728788" y="29943"/>
                  <a:pt x="1728788" y="66880"/>
                </a:cubicBezTo>
                <a:lnTo>
                  <a:pt x="1728788" y="1653282"/>
                </a:lnTo>
                <a:cubicBezTo>
                  <a:pt x="1728788" y="1690219"/>
                  <a:pt x="1698845" y="1720162"/>
                  <a:pt x="1661908" y="1720162"/>
                </a:cubicBezTo>
                <a:lnTo>
                  <a:pt x="66880" y="1720162"/>
                </a:lnTo>
                <a:cubicBezTo>
                  <a:pt x="29943" y="1720162"/>
                  <a:pt x="0" y="1690219"/>
                  <a:pt x="0" y="1653282"/>
                </a:cubicBezTo>
                <a:lnTo>
                  <a:pt x="0" y="66880"/>
                </a:lnTo>
                <a:cubicBezTo>
                  <a:pt x="0" y="29943"/>
                  <a:pt x="29943" y="0"/>
                  <a:pt x="66880" y="0"/>
                </a:cubicBezTo>
                <a:close/>
              </a:path>
            </a:pathLst>
          </a:custGeom>
          <a:solidFill>
            <a:schemeClr val="accent6"/>
          </a:solidFill>
        </p:spPr>
        <p:txBody>
          <a:bodyPr wrap="square" anchor="ctr">
            <a:noAutofit/>
          </a:bodyPr>
          <a:lstStyle>
            <a:lvl1pPr algn="ctr">
              <a:defRPr/>
            </a:lvl1pPr>
          </a:lstStyle>
          <a:p>
            <a:endParaRPr lang="en-GB"/>
          </a:p>
        </p:txBody>
      </p:sp>
      <p:sp>
        <p:nvSpPr>
          <p:cNvPr id="26" name="Picture Placeholder 25">
            <a:extLst>
              <a:ext uri="{FF2B5EF4-FFF2-40B4-BE49-F238E27FC236}">
                <a16:creationId xmlns:a16="http://schemas.microsoft.com/office/drawing/2014/main" id="{4E74C6FE-0727-4B4F-BBFA-B0A72E20EB6E}"/>
              </a:ext>
            </a:extLst>
          </p:cNvPr>
          <p:cNvSpPr>
            <a:spLocks noGrp="1"/>
          </p:cNvSpPr>
          <p:nvPr>
            <p:ph type="pic" sz="quarter" idx="22"/>
          </p:nvPr>
        </p:nvSpPr>
        <p:spPr>
          <a:xfrm>
            <a:off x="6169025" y="2567305"/>
            <a:ext cx="3600452" cy="3600441"/>
          </a:xfrm>
          <a:custGeom>
            <a:avLst/>
            <a:gdLst>
              <a:gd name="connsiteX0" fmla="*/ 66716 w 3600452"/>
              <a:gd name="connsiteY0" fmla="*/ 0 h 3600441"/>
              <a:gd name="connsiteX1" fmla="*/ 3533736 w 3600452"/>
              <a:gd name="connsiteY1" fmla="*/ 0 h 3600441"/>
              <a:gd name="connsiteX2" fmla="*/ 3600452 w 3600452"/>
              <a:gd name="connsiteY2" fmla="*/ 66716 h 3600441"/>
              <a:gd name="connsiteX3" fmla="*/ 3600452 w 3600452"/>
              <a:gd name="connsiteY3" fmla="*/ 3533725 h 3600441"/>
              <a:gd name="connsiteX4" fmla="*/ 3533736 w 3600452"/>
              <a:gd name="connsiteY4" fmla="*/ 3600441 h 3600441"/>
              <a:gd name="connsiteX5" fmla="*/ 66716 w 3600452"/>
              <a:gd name="connsiteY5" fmla="*/ 3600441 h 3600441"/>
              <a:gd name="connsiteX6" fmla="*/ 0 w 3600452"/>
              <a:gd name="connsiteY6" fmla="*/ 3533725 h 3600441"/>
              <a:gd name="connsiteX7" fmla="*/ 0 w 3600452"/>
              <a:gd name="connsiteY7" fmla="*/ 66716 h 3600441"/>
              <a:gd name="connsiteX8" fmla="*/ 66716 w 3600452"/>
              <a:gd name="connsiteY8" fmla="*/ 0 h 360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00452" h="3600441">
                <a:moveTo>
                  <a:pt x="66716" y="0"/>
                </a:moveTo>
                <a:lnTo>
                  <a:pt x="3533736" y="0"/>
                </a:lnTo>
                <a:cubicBezTo>
                  <a:pt x="3570582" y="0"/>
                  <a:pt x="3600452" y="29870"/>
                  <a:pt x="3600452" y="66716"/>
                </a:cubicBezTo>
                <a:lnTo>
                  <a:pt x="3600452" y="3533725"/>
                </a:lnTo>
                <a:cubicBezTo>
                  <a:pt x="3600452" y="3570571"/>
                  <a:pt x="3570582" y="3600441"/>
                  <a:pt x="3533736" y="3600441"/>
                </a:cubicBezTo>
                <a:lnTo>
                  <a:pt x="66716" y="3600441"/>
                </a:lnTo>
                <a:cubicBezTo>
                  <a:pt x="29870" y="3600441"/>
                  <a:pt x="0" y="3570571"/>
                  <a:pt x="0" y="3533725"/>
                </a:cubicBezTo>
                <a:lnTo>
                  <a:pt x="0" y="66716"/>
                </a:lnTo>
                <a:cubicBezTo>
                  <a:pt x="0" y="29870"/>
                  <a:pt x="29870" y="0"/>
                  <a:pt x="66716" y="0"/>
                </a:cubicBezTo>
                <a:close/>
              </a:path>
            </a:pathLst>
          </a:custGeom>
          <a:solidFill>
            <a:schemeClr val="accent6"/>
          </a:solidFill>
        </p:spPr>
        <p:txBody>
          <a:bodyPr wrap="square" anchor="ctr">
            <a:noAutofit/>
          </a:bodyPr>
          <a:lstStyle>
            <a:lvl1pPr algn="ctr">
              <a:defRPr/>
            </a:lvl1pPr>
          </a:lstStyle>
          <a:p>
            <a:endParaRPr lang="en-GB"/>
          </a:p>
        </p:txBody>
      </p:sp>
      <p:sp>
        <p:nvSpPr>
          <p:cNvPr id="27" name="Picture Placeholder 26">
            <a:extLst>
              <a:ext uri="{FF2B5EF4-FFF2-40B4-BE49-F238E27FC236}">
                <a16:creationId xmlns:a16="http://schemas.microsoft.com/office/drawing/2014/main" id="{5676D66A-32D8-465B-A371-C4BFDE3A0115}"/>
              </a:ext>
            </a:extLst>
          </p:cNvPr>
          <p:cNvSpPr>
            <a:spLocks noGrp="1"/>
          </p:cNvSpPr>
          <p:nvPr>
            <p:ph type="pic" sz="quarter" idx="21"/>
          </p:nvPr>
        </p:nvSpPr>
        <p:spPr>
          <a:xfrm>
            <a:off x="6170930" y="695062"/>
            <a:ext cx="1728788" cy="1727464"/>
          </a:xfrm>
          <a:custGeom>
            <a:avLst/>
            <a:gdLst>
              <a:gd name="connsiteX0" fmla="*/ 69029 w 1728788"/>
              <a:gd name="connsiteY0" fmla="*/ 0 h 1727464"/>
              <a:gd name="connsiteX1" fmla="*/ 1659759 w 1728788"/>
              <a:gd name="connsiteY1" fmla="*/ 0 h 1727464"/>
              <a:gd name="connsiteX2" fmla="*/ 1728788 w 1728788"/>
              <a:gd name="connsiteY2" fmla="*/ 69029 h 1727464"/>
              <a:gd name="connsiteX3" fmla="*/ 1728788 w 1728788"/>
              <a:gd name="connsiteY3" fmla="*/ 1658435 h 1727464"/>
              <a:gd name="connsiteX4" fmla="*/ 1659759 w 1728788"/>
              <a:gd name="connsiteY4" fmla="*/ 1727464 h 1727464"/>
              <a:gd name="connsiteX5" fmla="*/ 69029 w 1728788"/>
              <a:gd name="connsiteY5" fmla="*/ 1727464 h 1727464"/>
              <a:gd name="connsiteX6" fmla="*/ 0 w 1728788"/>
              <a:gd name="connsiteY6" fmla="*/ 1658435 h 1727464"/>
              <a:gd name="connsiteX7" fmla="*/ 0 w 1728788"/>
              <a:gd name="connsiteY7" fmla="*/ 69029 h 1727464"/>
              <a:gd name="connsiteX8" fmla="*/ 69029 w 1728788"/>
              <a:gd name="connsiteY8" fmla="*/ 0 h 1727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788" h="1727464">
                <a:moveTo>
                  <a:pt x="69029" y="0"/>
                </a:moveTo>
                <a:lnTo>
                  <a:pt x="1659759" y="0"/>
                </a:lnTo>
                <a:cubicBezTo>
                  <a:pt x="1697883" y="0"/>
                  <a:pt x="1728788" y="30905"/>
                  <a:pt x="1728788" y="69029"/>
                </a:cubicBezTo>
                <a:lnTo>
                  <a:pt x="1728788" y="1658435"/>
                </a:lnTo>
                <a:cubicBezTo>
                  <a:pt x="1728788" y="1696559"/>
                  <a:pt x="1697883" y="1727464"/>
                  <a:pt x="1659759" y="1727464"/>
                </a:cubicBezTo>
                <a:lnTo>
                  <a:pt x="69029" y="1727464"/>
                </a:lnTo>
                <a:cubicBezTo>
                  <a:pt x="30905" y="1727464"/>
                  <a:pt x="0" y="1696559"/>
                  <a:pt x="0" y="1658435"/>
                </a:cubicBezTo>
                <a:lnTo>
                  <a:pt x="0" y="69029"/>
                </a:lnTo>
                <a:cubicBezTo>
                  <a:pt x="0" y="30905"/>
                  <a:pt x="30905" y="0"/>
                  <a:pt x="69029" y="0"/>
                </a:cubicBezTo>
                <a:close/>
              </a:path>
            </a:pathLst>
          </a:custGeom>
          <a:solidFill>
            <a:schemeClr val="accent6"/>
          </a:solidFill>
        </p:spPr>
        <p:txBody>
          <a:bodyPr wrap="square" anchor="ctr">
            <a:noAutofit/>
          </a:bodyPr>
          <a:lstStyle>
            <a:lvl1pPr algn="ctr">
              <a:defRPr/>
            </a:lvl1pPr>
          </a:lstStyle>
          <a:p>
            <a:endParaRPr lang="en-GB"/>
          </a:p>
        </p:txBody>
      </p:sp>
    </p:spTree>
    <p:extLst>
      <p:ext uri="{BB962C8B-B14F-4D97-AF65-F5344CB8AC3E}">
        <p14:creationId xmlns:p14="http://schemas.microsoft.com/office/powerpoint/2010/main" val="312635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 A [TOC Source]">
    <p:spTree>
      <p:nvGrpSpPr>
        <p:cNvPr id="1" name=""/>
        <p:cNvGrpSpPr/>
        <p:nvPr/>
      </p:nvGrpSpPr>
      <p:grpSpPr>
        <a:xfrm>
          <a:off x="0" y="0"/>
          <a:ext cx="0" cy="0"/>
          <a:chOff x="0" y="0"/>
          <a:chExt cx="0" cy="0"/>
        </a:xfrm>
      </p:grpSpPr>
      <p:sp>
        <p:nvSpPr>
          <p:cNvPr id="9" name="txtSecureMarker2" hidden="1"/>
          <p:cNvSpPr txBox="1"/>
          <p:nvPr userDrawn="1"/>
        </p:nvSpPr>
        <p:spPr>
          <a:xfrm>
            <a:off x="3762235" y="6536223"/>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7" name="txtSecureMarker1" hidden="1"/>
          <p:cNvSpPr txBox="1"/>
          <p:nvPr userDrawn="1"/>
        </p:nvSpPr>
        <p:spPr>
          <a:xfrm>
            <a:off x="3762235" y="55401"/>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28" name="Picture Placeholder 27">
            <a:extLst>
              <a:ext uri="{FF2B5EF4-FFF2-40B4-BE49-F238E27FC236}">
                <a16:creationId xmlns:a16="http://schemas.microsoft.com/office/drawing/2014/main" id="{C3BB999B-87F3-4B1E-90AC-6CDFB28D39E8}"/>
              </a:ext>
            </a:extLst>
          </p:cNvPr>
          <p:cNvSpPr>
            <a:spLocks noGrp="1"/>
          </p:cNvSpPr>
          <p:nvPr>
            <p:ph type="pic" sz="quarter" idx="24"/>
          </p:nvPr>
        </p:nvSpPr>
        <p:spPr>
          <a:xfrm>
            <a:off x="7105650" y="693739"/>
            <a:ext cx="5089525" cy="6165849"/>
          </a:xfrm>
          <a:custGeom>
            <a:avLst/>
            <a:gdLst>
              <a:gd name="connsiteX0" fmla="*/ 84847 w 5089525"/>
              <a:gd name="connsiteY0" fmla="*/ 0 h 6165849"/>
              <a:gd name="connsiteX1" fmla="*/ 522998 w 5089525"/>
              <a:gd name="connsiteY1" fmla="*/ 0 h 6165849"/>
              <a:gd name="connsiteX2" fmla="*/ 4651374 w 5089525"/>
              <a:gd name="connsiteY2" fmla="*/ 0 h 6165849"/>
              <a:gd name="connsiteX3" fmla="*/ 5089525 w 5089525"/>
              <a:gd name="connsiteY3" fmla="*/ 0 h 6165849"/>
              <a:gd name="connsiteX4" fmla="*/ 5089525 w 5089525"/>
              <a:gd name="connsiteY4" fmla="*/ 6165849 h 6165849"/>
              <a:gd name="connsiteX5" fmla="*/ 4651374 w 5089525"/>
              <a:gd name="connsiteY5" fmla="*/ 6165849 h 6165849"/>
              <a:gd name="connsiteX6" fmla="*/ 438151 w 5089525"/>
              <a:gd name="connsiteY6" fmla="*/ 6165849 h 6165849"/>
              <a:gd name="connsiteX7" fmla="*/ 0 w 5089525"/>
              <a:gd name="connsiteY7" fmla="*/ 6165849 h 6165849"/>
              <a:gd name="connsiteX8" fmla="*/ 0 w 5089525"/>
              <a:gd name="connsiteY8" fmla="*/ 84847 h 6165849"/>
              <a:gd name="connsiteX9" fmla="*/ 84847 w 5089525"/>
              <a:gd name="connsiteY9" fmla="*/ 0 h 616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9525" h="6165849">
                <a:moveTo>
                  <a:pt x="84847" y="0"/>
                </a:moveTo>
                <a:lnTo>
                  <a:pt x="522998" y="0"/>
                </a:lnTo>
                <a:lnTo>
                  <a:pt x="4651374" y="0"/>
                </a:lnTo>
                <a:lnTo>
                  <a:pt x="5089525" y="0"/>
                </a:lnTo>
                <a:lnTo>
                  <a:pt x="5089525" y="6165849"/>
                </a:lnTo>
                <a:lnTo>
                  <a:pt x="4651374" y="6165849"/>
                </a:lnTo>
                <a:lnTo>
                  <a:pt x="438151" y="6165849"/>
                </a:lnTo>
                <a:lnTo>
                  <a:pt x="0" y="6165849"/>
                </a:lnTo>
                <a:lnTo>
                  <a:pt x="0" y="84847"/>
                </a:lnTo>
                <a:cubicBezTo>
                  <a:pt x="0" y="37987"/>
                  <a:pt x="37987" y="0"/>
                  <a:pt x="84847" y="0"/>
                </a:cubicBezTo>
                <a:close/>
              </a:path>
            </a:pathLst>
          </a:custGeom>
          <a:solidFill>
            <a:schemeClr val="accent6"/>
          </a:solidFill>
        </p:spPr>
        <p:txBody>
          <a:bodyPr wrap="square" anchor="ctr">
            <a:noAutofit/>
          </a:bodyPr>
          <a:lstStyle>
            <a:lvl1pPr algn="ctr">
              <a:defRPr/>
            </a:lvl1pPr>
          </a:lstStyle>
          <a:p>
            <a:endParaRPr lang="en-GB"/>
          </a:p>
        </p:txBody>
      </p:sp>
      <p:sp>
        <p:nvSpPr>
          <p:cNvPr id="10" name="plcSectionNumber">
            <a:extLst>
              <a:ext uri="{FF2B5EF4-FFF2-40B4-BE49-F238E27FC236}">
                <a16:creationId xmlns:a16="http://schemas.microsoft.com/office/drawing/2014/main" id="{7CB557C8-32D2-47BF-983C-E96EE794946D}"/>
              </a:ext>
            </a:extLst>
          </p:cNvPr>
          <p:cNvSpPr>
            <a:spLocks noGrp="1"/>
          </p:cNvSpPr>
          <p:nvPr>
            <p:ph type="body" sz="quarter" idx="23" hasCustomPrompt="1"/>
          </p:nvPr>
        </p:nvSpPr>
        <p:spPr>
          <a:xfrm>
            <a:off x="2425700" y="958467"/>
            <a:ext cx="3488164" cy="2399096"/>
          </a:xfrm>
          <a:prstGeom prst="rect">
            <a:avLst/>
          </a:prstGeom>
          <a:noFill/>
        </p:spPr>
        <p:txBody>
          <a:bodyPr wrap="square" lIns="0" rIns="0" anchor="b">
            <a:noAutofit/>
          </a:bodyPr>
          <a:lstStyle>
            <a:lvl1pPr algn="l">
              <a:spcAft>
                <a:spcPts val="0"/>
              </a:spcAft>
              <a:defRPr sz="11500" b="0">
                <a:solidFill>
                  <a:schemeClr val="accent4"/>
                </a:solidFill>
                <a:latin typeface="+mj-lt"/>
              </a:defRPr>
            </a:lvl1pPr>
            <a:lvl2pPr>
              <a:defRPr sz="2400"/>
            </a:lvl2pPr>
            <a:lvl3pPr>
              <a:defRPr sz="2000"/>
            </a:lvl3pPr>
            <a:lvl4pPr>
              <a:defRPr sz="2000"/>
            </a:lvl4pPr>
            <a:lvl5pPr>
              <a:defRPr sz="2000"/>
            </a:lvl5pPr>
          </a:lstStyle>
          <a:p>
            <a:pPr lvl="0"/>
            <a:r>
              <a:rPr lang="en-GB"/>
              <a:t>##</a:t>
            </a:r>
          </a:p>
        </p:txBody>
      </p:sp>
      <p:sp>
        <p:nvSpPr>
          <p:cNvPr id="14" name="plcSectionTitle">
            <a:extLst>
              <a:ext uri="{FF2B5EF4-FFF2-40B4-BE49-F238E27FC236}">
                <a16:creationId xmlns:a16="http://schemas.microsoft.com/office/drawing/2014/main" id="{0FEC81F5-7067-4927-80AA-EFEBE52A9A3C}"/>
              </a:ext>
            </a:extLst>
          </p:cNvPr>
          <p:cNvSpPr>
            <a:spLocks noGrp="1"/>
          </p:cNvSpPr>
          <p:nvPr>
            <p:ph type="body" sz="quarter" idx="13" hasCustomPrompt="1"/>
          </p:nvPr>
        </p:nvSpPr>
        <p:spPr>
          <a:xfrm>
            <a:off x="2425700" y="3646488"/>
            <a:ext cx="3488164" cy="2057400"/>
          </a:xfrm>
          <a:prstGeom prst="rect">
            <a:avLst/>
          </a:prstGeom>
          <a:noFill/>
        </p:spPr>
        <p:txBody>
          <a:bodyPr wrap="square" lIns="0" tIns="144000" rIns="144000" bIns="144000" anchor="t">
            <a:noAutofit/>
          </a:bodyPr>
          <a:lstStyle>
            <a:lvl1pPr marL="0" marR="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lang="en-GB" sz="2800" b="0" kern="1200" cap="none" spc="0" baseline="0" dirty="0">
                <a:solidFill>
                  <a:schemeClr val="accent1"/>
                </a:solidFill>
                <a:latin typeface="+mn-lt"/>
                <a:ea typeface="+mn-ea"/>
                <a:cs typeface="+mn-cs"/>
              </a:defRPr>
            </a:lvl1pPr>
            <a:lvl2pPr>
              <a:lnSpc>
                <a:spcPct val="100000"/>
              </a:lnSpc>
              <a:spcBef>
                <a:spcPts val="600"/>
              </a:spcBef>
              <a:spcAft>
                <a:spcPts val="0"/>
              </a:spcAft>
              <a:defRPr sz="1800" b="0" cap="none" spc="0">
                <a:solidFill>
                  <a:schemeClr val="accent4"/>
                </a:solidFill>
              </a:defRPr>
            </a:lvl2pPr>
            <a:lvl3pPr>
              <a:lnSpc>
                <a:spcPct val="100000"/>
              </a:lnSpc>
              <a:spcAft>
                <a:spcPts val="0"/>
              </a:spcAft>
              <a:defRPr sz="1700" spc="0">
                <a:solidFill>
                  <a:srgbClr val="7A91A6"/>
                </a:solidFill>
              </a:defRPr>
            </a:lvl3pPr>
            <a:lvl4pPr marL="0" indent="0">
              <a:spcBef>
                <a:spcPts val="0"/>
              </a:spcBef>
              <a:spcAft>
                <a:spcPts val="0"/>
              </a:spcAft>
              <a:buNone/>
              <a:defRPr sz="1700" spc="0">
                <a:solidFill>
                  <a:srgbClr val="7A91A6"/>
                </a:solidFill>
              </a:defRPr>
            </a:lvl4pPr>
            <a:lvl5pPr marL="0" indent="0">
              <a:spcBef>
                <a:spcPts val="0"/>
              </a:spcBef>
              <a:spcAft>
                <a:spcPts val="0"/>
              </a:spcAft>
              <a:buNone/>
              <a:defRPr sz="1700" spc="0">
                <a:solidFill>
                  <a:srgbClr val="7A91A6"/>
                </a:solidFill>
              </a:defRPr>
            </a:lvl5pPr>
            <a:lvl6pPr marL="0" indent="0">
              <a:lnSpc>
                <a:spcPct val="100000"/>
              </a:lnSpc>
              <a:spcBef>
                <a:spcPts val="0"/>
              </a:spcBef>
              <a:spcAft>
                <a:spcPts val="0"/>
              </a:spcAft>
              <a:buNone/>
              <a:defRPr sz="1700" spc="0">
                <a:solidFill>
                  <a:srgbClr val="7A91A6"/>
                </a:solidFill>
              </a:defRPr>
            </a:lvl6pPr>
            <a:lvl7pPr marL="0" indent="0">
              <a:lnSpc>
                <a:spcPct val="100000"/>
              </a:lnSpc>
              <a:spcBef>
                <a:spcPts val="0"/>
              </a:spcBef>
              <a:spcAft>
                <a:spcPts val="0"/>
              </a:spcAft>
              <a:buNone/>
              <a:defRPr sz="1700" spc="0">
                <a:solidFill>
                  <a:srgbClr val="7A91A6"/>
                </a:solidFill>
              </a:defRPr>
            </a:lvl7pPr>
            <a:lvl8pPr marL="0" indent="0">
              <a:lnSpc>
                <a:spcPct val="100000"/>
              </a:lnSpc>
              <a:spcBef>
                <a:spcPts val="0"/>
              </a:spcBef>
              <a:spcAft>
                <a:spcPts val="0"/>
              </a:spcAft>
              <a:buNone/>
              <a:defRPr sz="1700" spc="0">
                <a:solidFill>
                  <a:srgbClr val="7A91A6"/>
                </a:solidFill>
              </a:defRPr>
            </a:lvl8pPr>
            <a:lvl9pPr marL="0" indent="0">
              <a:lnSpc>
                <a:spcPct val="100000"/>
              </a:lnSpc>
              <a:spcBef>
                <a:spcPts val="0"/>
              </a:spcBef>
              <a:spcAft>
                <a:spcPts val="0"/>
              </a:spcAft>
              <a:buNone/>
              <a:defRPr sz="1700" spc="0">
                <a:solidFill>
                  <a:srgbClr val="7A91A6"/>
                </a:solidFill>
              </a:defRPr>
            </a:lvl9pPr>
          </a:lstStyle>
          <a:p>
            <a:pPr marL="0" marR="0" lvl="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a:pPr>
            <a:r>
              <a:rPr lang="en-GB"/>
              <a:t>Divider title  </a:t>
            </a:r>
          </a:p>
          <a:p>
            <a:pPr lvl="1"/>
            <a:r>
              <a:rPr lang="en-GB"/>
              <a:t>Second level</a:t>
            </a:r>
          </a:p>
        </p:txBody>
      </p:sp>
      <p:cxnSp>
        <p:nvCxnSpPr>
          <p:cNvPr id="8" name="Straight Connector 7">
            <a:extLst>
              <a:ext uri="{FF2B5EF4-FFF2-40B4-BE49-F238E27FC236}">
                <a16:creationId xmlns:a16="http://schemas.microsoft.com/office/drawing/2014/main" id="{F5A109E8-3E20-466D-B088-63D770403E1D}"/>
              </a:ext>
            </a:extLst>
          </p:cNvPr>
          <p:cNvCxnSpPr>
            <a:cxnSpLocks/>
          </p:cNvCxnSpPr>
          <p:nvPr userDrawn="1"/>
        </p:nvCxnSpPr>
        <p:spPr>
          <a:xfrm>
            <a:off x="2425700" y="3502026"/>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19698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Slide B [TOC Sourc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39D4800-5483-4D31-891A-72FB25AAE053}"/>
              </a:ext>
            </a:extLst>
          </p:cNvPr>
          <p:cNvSpPr>
            <a:spLocks noGrp="1"/>
          </p:cNvSpPr>
          <p:nvPr>
            <p:ph type="pic" sz="quarter" idx="25"/>
          </p:nvPr>
        </p:nvSpPr>
        <p:spPr>
          <a:xfrm>
            <a:off x="0" y="0"/>
            <a:ext cx="7897812" cy="6859588"/>
          </a:xfrm>
          <a:custGeom>
            <a:avLst/>
            <a:gdLst>
              <a:gd name="connsiteX0" fmla="*/ 0 w 7897812"/>
              <a:gd name="connsiteY0" fmla="*/ 0 h 6859588"/>
              <a:gd name="connsiteX1" fmla="*/ 7794026 w 7897812"/>
              <a:gd name="connsiteY1" fmla="*/ 0 h 6859588"/>
              <a:gd name="connsiteX2" fmla="*/ 7897812 w 7897812"/>
              <a:gd name="connsiteY2" fmla="*/ 103786 h 6859588"/>
              <a:gd name="connsiteX3" fmla="*/ 7897812 w 7897812"/>
              <a:gd name="connsiteY3" fmla="*/ 6755802 h 6859588"/>
              <a:gd name="connsiteX4" fmla="*/ 7794026 w 7897812"/>
              <a:gd name="connsiteY4" fmla="*/ 6859588 h 6859588"/>
              <a:gd name="connsiteX5" fmla="*/ 0 w 7897812"/>
              <a:gd name="connsiteY5" fmla="*/ 6859588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97812" h="6859588">
                <a:moveTo>
                  <a:pt x="0" y="0"/>
                </a:moveTo>
                <a:lnTo>
                  <a:pt x="7794026" y="0"/>
                </a:lnTo>
                <a:cubicBezTo>
                  <a:pt x="7851345" y="0"/>
                  <a:pt x="7897812" y="46467"/>
                  <a:pt x="7897812" y="103786"/>
                </a:cubicBezTo>
                <a:lnTo>
                  <a:pt x="7897812" y="6755802"/>
                </a:lnTo>
                <a:cubicBezTo>
                  <a:pt x="7897812" y="6813121"/>
                  <a:pt x="7851345" y="6859588"/>
                  <a:pt x="7794026" y="6859588"/>
                </a:cubicBezTo>
                <a:lnTo>
                  <a:pt x="0" y="6859588"/>
                </a:lnTo>
                <a:close/>
              </a:path>
            </a:pathLst>
          </a:custGeom>
          <a:solidFill>
            <a:schemeClr val="accent6"/>
          </a:solidFill>
        </p:spPr>
        <p:txBody>
          <a:bodyPr wrap="square" anchor="ctr">
            <a:noAutofit/>
          </a:bodyPr>
          <a:lstStyle>
            <a:lvl1pPr algn="ctr">
              <a:defRPr/>
            </a:lvl1pPr>
          </a:lstStyle>
          <a:p>
            <a:endParaRPr lang="en-GB"/>
          </a:p>
        </p:txBody>
      </p:sp>
      <p:sp>
        <p:nvSpPr>
          <p:cNvPr id="8" name="txtSecureMarker1" hidden="1"/>
          <p:cNvSpPr txBox="1"/>
          <p:nvPr userDrawn="1"/>
        </p:nvSpPr>
        <p:spPr>
          <a:xfrm>
            <a:off x="4422961" y="-2"/>
            <a:ext cx="3347686" cy="333377"/>
          </a:xfrm>
          <a:prstGeom prst="rect">
            <a:avLst/>
          </a:prstGeom>
          <a:noFill/>
        </p:spPr>
        <p:txBody>
          <a:bodyPr wrap="square" lIns="103931" tIns="51965" rIns="103931" bIns="51965" rtlCol="0">
            <a:no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7" name="txtSecureMarker2" hidden="1"/>
          <p:cNvSpPr txBox="1"/>
          <p:nvPr userDrawn="1"/>
        </p:nvSpPr>
        <p:spPr>
          <a:xfrm>
            <a:off x="4422569" y="6483350"/>
            <a:ext cx="3350036" cy="309713"/>
          </a:xfrm>
          <a:prstGeom prst="rect">
            <a:avLst/>
          </a:prstGeom>
          <a:noFill/>
        </p:spPr>
        <p:txBody>
          <a:bodyPr wrap="square" lIns="103931" tIns="51965" rIns="103931" bIns="51965" rtlCol="0" anchor="b" anchorCtr="0">
            <a:no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1" name="plcSectionNumber">
            <a:extLst>
              <a:ext uri="{FF2B5EF4-FFF2-40B4-BE49-F238E27FC236}">
                <a16:creationId xmlns:a16="http://schemas.microsoft.com/office/drawing/2014/main" id="{47767B4C-F17A-4993-A6A0-F72FEEF25576}"/>
              </a:ext>
            </a:extLst>
          </p:cNvPr>
          <p:cNvSpPr>
            <a:spLocks noGrp="1"/>
          </p:cNvSpPr>
          <p:nvPr>
            <p:ph type="body" sz="quarter" idx="23" hasCustomPrompt="1"/>
          </p:nvPr>
        </p:nvSpPr>
        <p:spPr>
          <a:xfrm>
            <a:off x="8175516" y="958467"/>
            <a:ext cx="3488164" cy="2399096"/>
          </a:xfrm>
          <a:prstGeom prst="rect">
            <a:avLst/>
          </a:prstGeom>
          <a:noFill/>
        </p:spPr>
        <p:txBody>
          <a:bodyPr wrap="square" lIns="0" rIns="0" anchor="b">
            <a:noAutofit/>
          </a:bodyPr>
          <a:lstStyle>
            <a:lvl1pPr algn="l">
              <a:spcAft>
                <a:spcPts val="0"/>
              </a:spcAft>
              <a:defRPr sz="11500" b="0">
                <a:solidFill>
                  <a:schemeClr val="accent4"/>
                </a:solidFill>
                <a:latin typeface="+mj-lt"/>
              </a:defRPr>
            </a:lvl1pPr>
            <a:lvl2pPr>
              <a:defRPr sz="2400"/>
            </a:lvl2pPr>
            <a:lvl3pPr>
              <a:defRPr sz="2000"/>
            </a:lvl3pPr>
            <a:lvl4pPr>
              <a:defRPr sz="2000"/>
            </a:lvl4pPr>
            <a:lvl5pPr>
              <a:defRPr sz="2000"/>
            </a:lvl5pPr>
          </a:lstStyle>
          <a:p>
            <a:pPr lvl="0"/>
            <a:r>
              <a:rPr lang="en-GB"/>
              <a:t>##</a:t>
            </a:r>
          </a:p>
        </p:txBody>
      </p:sp>
      <p:sp>
        <p:nvSpPr>
          <p:cNvPr id="13" name="plcSectionTitle">
            <a:extLst>
              <a:ext uri="{FF2B5EF4-FFF2-40B4-BE49-F238E27FC236}">
                <a16:creationId xmlns:a16="http://schemas.microsoft.com/office/drawing/2014/main" id="{6C480170-BD33-49E6-A5E2-0167395303FF}"/>
              </a:ext>
            </a:extLst>
          </p:cNvPr>
          <p:cNvSpPr>
            <a:spLocks noGrp="1"/>
          </p:cNvSpPr>
          <p:nvPr>
            <p:ph type="body" sz="quarter" idx="13" hasCustomPrompt="1"/>
          </p:nvPr>
        </p:nvSpPr>
        <p:spPr>
          <a:xfrm>
            <a:off x="8175516" y="3646488"/>
            <a:ext cx="3488164" cy="2057400"/>
          </a:xfrm>
          <a:prstGeom prst="rect">
            <a:avLst/>
          </a:prstGeom>
          <a:noFill/>
        </p:spPr>
        <p:txBody>
          <a:bodyPr wrap="square" lIns="0" tIns="144000" rIns="144000" bIns="144000" anchor="t">
            <a:noAutofit/>
          </a:bodyPr>
          <a:lstStyle>
            <a:lvl1pPr marL="0" marR="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sz="2800" b="0" cap="none" spc="0" baseline="0">
                <a:solidFill>
                  <a:schemeClr val="accent1"/>
                </a:solidFill>
              </a:defRPr>
            </a:lvl1pPr>
            <a:lvl2pPr>
              <a:lnSpc>
                <a:spcPct val="100000"/>
              </a:lnSpc>
              <a:spcBef>
                <a:spcPts val="600"/>
              </a:spcBef>
              <a:spcAft>
                <a:spcPts val="0"/>
              </a:spcAft>
              <a:defRPr sz="1800" b="0" cap="none" spc="0">
                <a:solidFill>
                  <a:schemeClr val="accent4"/>
                </a:solidFill>
              </a:defRPr>
            </a:lvl2pPr>
            <a:lvl3pPr>
              <a:lnSpc>
                <a:spcPct val="100000"/>
              </a:lnSpc>
              <a:spcAft>
                <a:spcPts val="0"/>
              </a:spcAft>
              <a:defRPr sz="1700" spc="0">
                <a:solidFill>
                  <a:srgbClr val="7A91A6"/>
                </a:solidFill>
              </a:defRPr>
            </a:lvl3pPr>
            <a:lvl4pPr marL="0" indent="0">
              <a:spcBef>
                <a:spcPts val="0"/>
              </a:spcBef>
              <a:spcAft>
                <a:spcPts val="0"/>
              </a:spcAft>
              <a:buNone/>
              <a:defRPr sz="1700" spc="0">
                <a:solidFill>
                  <a:srgbClr val="7A91A6"/>
                </a:solidFill>
              </a:defRPr>
            </a:lvl4pPr>
            <a:lvl5pPr marL="0" indent="0">
              <a:spcBef>
                <a:spcPts val="0"/>
              </a:spcBef>
              <a:spcAft>
                <a:spcPts val="0"/>
              </a:spcAft>
              <a:buNone/>
              <a:defRPr sz="1700" spc="0">
                <a:solidFill>
                  <a:srgbClr val="7A91A6"/>
                </a:solidFill>
              </a:defRPr>
            </a:lvl5pPr>
            <a:lvl6pPr marL="0" indent="0">
              <a:lnSpc>
                <a:spcPct val="100000"/>
              </a:lnSpc>
              <a:spcBef>
                <a:spcPts val="0"/>
              </a:spcBef>
              <a:spcAft>
                <a:spcPts val="0"/>
              </a:spcAft>
              <a:buNone/>
              <a:defRPr sz="1700" spc="0">
                <a:solidFill>
                  <a:srgbClr val="7A91A6"/>
                </a:solidFill>
              </a:defRPr>
            </a:lvl6pPr>
            <a:lvl7pPr marL="0" indent="0">
              <a:lnSpc>
                <a:spcPct val="100000"/>
              </a:lnSpc>
              <a:spcBef>
                <a:spcPts val="0"/>
              </a:spcBef>
              <a:spcAft>
                <a:spcPts val="0"/>
              </a:spcAft>
              <a:buNone/>
              <a:defRPr sz="1700" spc="0">
                <a:solidFill>
                  <a:srgbClr val="7A91A6"/>
                </a:solidFill>
              </a:defRPr>
            </a:lvl7pPr>
            <a:lvl8pPr marL="0" indent="0">
              <a:lnSpc>
                <a:spcPct val="100000"/>
              </a:lnSpc>
              <a:spcBef>
                <a:spcPts val="0"/>
              </a:spcBef>
              <a:spcAft>
                <a:spcPts val="0"/>
              </a:spcAft>
              <a:buNone/>
              <a:defRPr sz="1700" spc="0">
                <a:solidFill>
                  <a:srgbClr val="7A91A6"/>
                </a:solidFill>
              </a:defRPr>
            </a:lvl8pPr>
            <a:lvl9pPr marL="0" indent="0">
              <a:lnSpc>
                <a:spcPct val="100000"/>
              </a:lnSpc>
              <a:spcBef>
                <a:spcPts val="0"/>
              </a:spcBef>
              <a:spcAft>
                <a:spcPts val="0"/>
              </a:spcAft>
              <a:buNone/>
              <a:defRPr sz="1700" spc="0">
                <a:solidFill>
                  <a:srgbClr val="7A91A6"/>
                </a:solidFill>
              </a:defRPr>
            </a:lvl9pPr>
          </a:lstStyle>
          <a:p>
            <a:pPr marL="0" marR="0" lvl="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a:pPr>
            <a:r>
              <a:rPr lang="en-GB"/>
              <a:t>Divider title  </a:t>
            </a:r>
          </a:p>
          <a:p>
            <a:pPr lvl="1"/>
            <a:r>
              <a:rPr lang="en-GB"/>
              <a:t>Second level</a:t>
            </a:r>
          </a:p>
        </p:txBody>
      </p:sp>
      <p:cxnSp>
        <p:nvCxnSpPr>
          <p:cNvPr id="14" name="Straight Connector 13">
            <a:extLst>
              <a:ext uri="{FF2B5EF4-FFF2-40B4-BE49-F238E27FC236}">
                <a16:creationId xmlns:a16="http://schemas.microsoft.com/office/drawing/2014/main" id="{8F915832-D3F4-408A-804C-D1AB174955EB}"/>
              </a:ext>
            </a:extLst>
          </p:cNvPr>
          <p:cNvCxnSpPr>
            <a:cxnSpLocks/>
          </p:cNvCxnSpPr>
          <p:nvPr userDrawn="1"/>
        </p:nvCxnSpPr>
        <p:spPr>
          <a:xfrm>
            <a:off x="8175516" y="3502026"/>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20513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Slide C [TOC Source]">
    <p:bg>
      <p:bgPr>
        <a:solidFill>
          <a:schemeClr val="accent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A76F78DF-1E3F-4F25-8273-DCD1EE32DC67}"/>
              </a:ext>
            </a:extLst>
          </p:cNvPr>
          <p:cNvSpPr>
            <a:spLocks noGrp="1"/>
          </p:cNvSpPr>
          <p:nvPr>
            <p:ph type="pic" sz="quarter" idx="24"/>
          </p:nvPr>
        </p:nvSpPr>
        <p:spPr>
          <a:xfrm>
            <a:off x="4297362" y="0"/>
            <a:ext cx="7897812" cy="6859588"/>
          </a:xfrm>
          <a:custGeom>
            <a:avLst/>
            <a:gdLst>
              <a:gd name="connsiteX0" fmla="*/ 103786 w 7897812"/>
              <a:gd name="connsiteY0" fmla="*/ 0 h 6859588"/>
              <a:gd name="connsiteX1" fmla="*/ 7897812 w 7897812"/>
              <a:gd name="connsiteY1" fmla="*/ 0 h 6859588"/>
              <a:gd name="connsiteX2" fmla="*/ 7897812 w 7897812"/>
              <a:gd name="connsiteY2" fmla="*/ 6859588 h 6859588"/>
              <a:gd name="connsiteX3" fmla="*/ 103786 w 7897812"/>
              <a:gd name="connsiteY3" fmla="*/ 6859588 h 6859588"/>
              <a:gd name="connsiteX4" fmla="*/ 0 w 7897812"/>
              <a:gd name="connsiteY4" fmla="*/ 6755802 h 6859588"/>
              <a:gd name="connsiteX5" fmla="*/ 0 w 7897812"/>
              <a:gd name="connsiteY5" fmla="*/ 103786 h 6859588"/>
              <a:gd name="connsiteX6" fmla="*/ 103786 w 7897812"/>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97812" h="6859588">
                <a:moveTo>
                  <a:pt x="103786" y="0"/>
                </a:moveTo>
                <a:lnTo>
                  <a:pt x="7897812" y="0"/>
                </a:lnTo>
                <a:lnTo>
                  <a:pt x="7897812"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endParaRPr lang="en-GB"/>
          </a:p>
        </p:txBody>
      </p:sp>
      <p:sp>
        <p:nvSpPr>
          <p:cNvPr id="10" name="plcSectionNumber">
            <a:extLst>
              <a:ext uri="{FF2B5EF4-FFF2-40B4-BE49-F238E27FC236}">
                <a16:creationId xmlns:a16="http://schemas.microsoft.com/office/drawing/2014/main" id="{7CB557C8-32D2-47BF-983C-E96EE794946D}"/>
              </a:ext>
            </a:extLst>
          </p:cNvPr>
          <p:cNvSpPr>
            <a:spLocks noGrp="1"/>
          </p:cNvSpPr>
          <p:nvPr>
            <p:ph type="body" sz="quarter" idx="23" hasCustomPrompt="1"/>
          </p:nvPr>
        </p:nvSpPr>
        <p:spPr>
          <a:xfrm>
            <a:off x="558546" y="958467"/>
            <a:ext cx="3488164" cy="2399096"/>
          </a:xfrm>
          <a:prstGeom prst="rect">
            <a:avLst/>
          </a:prstGeom>
          <a:noFill/>
        </p:spPr>
        <p:txBody>
          <a:bodyPr wrap="square" lIns="0" rIns="0" anchor="b">
            <a:noAutofit/>
          </a:bodyPr>
          <a:lstStyle>
            <a:lvl1pPr algn="l">
              <a:spcAft>
                <a:spcPts val="0"/>
              </a:spcAft>
              <a:defRPr sz="11500" b="0">
                <a:solidFill>
                  <a:schemeClr val="accent4"/>
                </a:solidFill>
                <a:latin typeface="+mj-lt"/>
              </a:defRPr>
            </a:lvl1pPr>
            <a:lvl2pPr>
              <a:defRPr sz="2400"/>
            </a:lvl2pPr>
            <a:lvl3pPr>
              <a:defRPr sz="2000"/>
            </a:lvl3pPr>
            <a:lvl4pPr>
              <a:defRPr sz="2000"/>
            </a:lvl4pPr>
            <a:lvl5pPr>
              <a:defRPr sz="2000"/>
            </a:lvl5pPr>
          </a:lstStyle>
          <a:p>
            <a:pPr lvl="0"/>
            <a:r>
              <a:rPr lang="en-GB"/>
              <a:t>##</a:t>
            </a:r>
          </a:p>
        </p:txBody>
      </p:sp>
      <p:sp>
        <p:nvSpPr>
          <p:cNvPr id="14" name="plcSectionTitle">
            <a:extLst>
              <a:ext uri="{FF2B5EF4-FFF2-40B4-BE49-F238E27FC236}">
                <a16:creationId xmlns:a16="http://schemas.microsoft.com/office/drawing/2014/main" id="{0FEC81F5-7067-4927-80AA-EFEBE52A9A3C}"/>
              </a:ext>
            </a:extLst>
          </p:cNvPr>
          <p:cNvSpPr>
            <a:spLocks noGrp="1"/>
          </p:cNvSpPr>
          <p:nvPr>
            <p:ph type="body" sz="quarter" idx="13" hasCustomPrompt="1"/>
          </p:nvPr>
        </p:nvSpPr>
        <p:spPr>
          <a:xfrm>
            <a:off x="558546" y="3646488"/>
            <a:ext cx="3488164" cy="2057400"/>
          </a:xfrm>
          <a:prstGeom prst="rect">
            <a:avLst/>
          </a:prstGeom>
          <a:noFill/>
        </p:spPr>
        <p:txBody>
          <a:bodyPr wrap="square" lIns="0" tIns="144000" rIns="144000" bIns="144000" anchor="t">
            <a:noAutofit/>
          </a:bodyPr>
          <a:lstStyle>
            <a:lvl1pPr marL="0" marR="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sz="2800" b="0" cap="none" spc="0" baseline="0">
                <a:solidFill>
                  <a:schemeClr val="bg1"/>
                </a:solidFill>
              </a:defRPr>
            </a:lvl1pPr>
            <a:lvl2pPr>
              <a:lnSpc>
                <a:spcPct val="100000"/>
              </a:lnSpc>
              <a:spcBef>
                <a:spcPts val="600"/>
              </a:spcBef>
              <a:spcAft>
                <a:spcPts val="0"/>
              </a:spcAft>
              <a:defRPr sz="1800" b="0" cap="none" spc="0">
                <a:solidFill>
                  <a:schemeClr val="bg1"/>
                </a:solidFill>
              </a:defRPr>
            </a:lvl2pPr>
            <a:lvl3pPr>
              <a:lnSpc>
                <a:spcPct val="100000"/>
              </a:lnSpc>
              <a:spcAft>
                <a:spcPts val="0"/>
              </a:spcAft>
              <a:defRPr sz="1700" spc="0">
                <a:solidFill>
                  <a:srgbClr val="7A91A6"/>
                </a:solidFill>
              </a:defRPr>
            </a:lvl3pPr>
            <a:lvl4pPr marL="0" indent="0">
              <a:spcBef>
                <a:spcPts val="0"/>
              </a:spcBef>
              <a:spcAft>
                <a:spcPts val="0"/>
              </a:spcAft>
              <a:buNone/>
              <a:defRPr sz="1700" spc="0">
                <a:solidFill>
                  <a:srgbClr val="7A91A6"/>
                </a:solidFill>
              </a:defRPr>
            </a:lvl4pPr>
            <a:lvl5pPr marL="0" indent="0">
              <a:spcBef>
                <a:spcPts val="0"/>
              </a:spcBef>
              <a:spcAft>
                <a:spcPts val="0"/>
              </a:spcAft>
              <a:buNone/>
              <a:defRPr sz="1700" spc="0">
                <a:solidFill>
                  <a:srgbClr val="7A91A6"/>
                </a:solidFill>
              </a:defRPr>
            </a:lvl5pPr>
            <a:lvl6pPr marL="0" indent="0">
              <a:lnSpc>
                <a:spcPct val="100000"/>
              </a:lnSpc>
              <a:spcBef>
                <a:spcPts val="0"/>
              </a:spcBef>
              <a:spcAft>
                <a:spcPts val="0"/>
              </a:spcAft>
              <a:buNone/>
              <a:defRPr sz="1700" spc="0">
                <a:solidFill>
                  <a:srgbClr val="7A91A6"/>
                </a:solidFill>
              </a:defRPr>
            </a:lvl6pPr>
            <a:lvl7pPr marL="0" indent="0">
              <a:lnSpc>
                <a:spcPct val="100000"/>
              </a:lnSpc>
              <a:spcBef>
                <a:spcPts val="0"/>
              </a:spcBef>
              <a:spcAft>
                <a:spcPts val="0"/>
              </a:spcAft>
              <a:buNone/>
              <a:defRPr sz="1700" spc="0">
                <a:solidFill>
                  <a:srgbClr val="7A91A6"/>
                </a:solidFill>
              </a:defRPr>
            </a:lvl7pPr>
            <a:lvl8pPr marL="0" indent="0">
              <a:lnSpc>
                <a:spcPct val="100000"/>
              </a:lnSpc>
              <a:spcBef>
                <a:spcPts val="0"/>
              </a:spcBef>
              <a:spcAft>
                <a:spcPts val="0"/>
              </a:spcAft>
              <a:buNone/>
              <a:defRPr sz="1700" spc="0">
                <a:solidFill>
                  <a:srgbClr val="7A91A6"/>
                </a:solidFill>
              </a:defRPr>
            </a:lvl8pPr>
            <a:lvl9pPr marL="0" indent="0">
              <a:lnSpc>
                <a:spcPct val="100000"/>
              </a:lnSpc>
              <a:spcBef>
                <a:spcPts val="0"/>
              </a:spcBef>
              <a:spcAft>
                <a:spcPts val="0"/>
              </a:spcAft>
              <a:buNone/>
              <a:defRPr sz="1700" spc="0">
                <a:solidFill>
                  <a:srgbClr val="7A91A6"/>
                </a:solidFill>
              </a:defRPr>
            </a:lvl9pPr>
          </a:lstStyle>
          <a:p>
            <a:pPr marL="0" marR="0" lvl="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a:pPr>
            <a:r>
              <a:rPr lang="en-GB"/>
              <a:t>Divider title  </a:t>
            </a:r>
          </a:p>
          <a:p>
            <a:pPr lvl="1"/>
            <a:r>
              <a:rPr lang="en-GB"/>
              <a:t>Second level</a:t>
            </a:r>
          </a:p>
        </p:txBody>
      </p:sp>
      <p:sp>
        <p:nvSpPr>
          <p:cNvPr id="9" name="txtSecureMarker2" hidden="1"/>
          <p:cNvSpPr txBox="1"/>
          <p:nvPr userDrawn="1"/>
        </p:nvSpPr>
        <p:spPr>
          <a:xfrm>
            <a:off x="3762235" y="6536223"/>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7" name="txtSecureMarker1" hidden="1"/>
          <p:cNvSpPr txBox="1"/>
          <p:nvPr userDrawn="1"/>
        </p:nvSpPr>
        <p:spPr>
          <a:xfrm>
            <a:off x="3762235" y="55401"/>
            <a:ext cx="4670704" cy="305000"/>
          </a:xfrm>
          <a:prstGeom prst="rect">
            <a:avLst/>
          </a:prstGeom>
          <a:no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cxnSp>
        <p:nvCxnSpPr>
          <p:cNvPr id="8" name="Straight Connector 7">
            <a:extLst>
              <a:ext uri="{FF2B5EF4-FFF2-40B4-BE49-F238E27FC236}">
                <a16:creationId xmlns:a16="http://schemas.microsoft.com/office/drawing/2014/main" id="{EC30B62E-1DFB-484D-8577-26794A047849}"/>
              </a:ext>
            </a:extLst>
          </p:cNvPr>
          <p:cNvCxnSpPr>
            <a:cxnSpLocks/>
          </p:cNvCxnSpPr>
          <p:nvPr userDrawn="1"/>
        </p:nvCxnSpPr>
        <p:spPr>
          <a:xfrm>
            <a:off x="558546" y="3502026"/>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95844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D [TOC Source]">
    <p:bg>
      <p:bgPr>
        <a:solidFill>
          <a:schemeClr val="accent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C39D4800-5483-4D31-891A-72FB25AAE053}"/>
              </a:ext>
            </a:extLst>
          </p:cNvPr>
          <p:cNvSpPr>
            <a:spLocks noGrp="1"/>
          </p:cNvSpPr>
          <p:nvPr>
            <p:ph type="pic" sz="quarter" idx="25"/>
          </p:nvPr>
        </p:nvSpPr>
        <p:spPr>
          <a:xfrm>
            <a:off x="0" y="0"/>
            <a:ext cx="7897812" cy="6859588"/>
          </a:xfrm>
          <a:custGeom>
            <a:avLst/>
            <a:gdLst>
              <a:gd name="connsiteX0" fmla="*/ 0 w 7897812"/>
              <a:gd name="connsiteY0" fmla="*/ 0 h 6859588"/>
              <a:gd name="connsiteX1" fmla="*/ 7794026 w 7897812"/>
              <a:gd name="connsiteY1" fmla="*/ 0 h 6859588"/>
              <a:gd name="connsiteX2" fmla="*/ 7897812 w 7897812"/>
              <a:gd name="connsiteY2" fmla="*/ 103786 h 6859588"/>
              <a:gd name="connsiteX3" fmla="*/ 7897812 w 7897812"/>
              <a:gd name="connsiteY3" fmla="*/ 6755802 h 6859588"/>
              <a:gd name="connsiteX4" fmla="*/ 7794026 w 7897812"/>
              <a:gd name="connsiteY4" fmla="*/ 6859588 h 6859588"/>
              <a:gd name="connsiteX5" fmla="*/ 0 w 7897812"/>
              <a:gd name="connsiteY5" fmla="*/ 6859588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97812" h="6859588">
                <a:moveTo>
                  <a:pt x="0" y="0"/>
                </a:moveTo>
                <a:lnTo>
                  <a:pt x="7794026" y="0"/>
                </a:lnTo>
                <a:cubicBezTo>
                  <a:pt x="7851345" y="0"/>
                  <a:pt x="7897812" y="46467"/>
                  <a:pt x="7897812" y="103786"/>
                </a:cubicBezTo>
                <a:lnTo>
                  <a:pt x="7897812" y="6755802"/>
                </a:lnTo>
                <a:cubicBezTo>
                  <a:pt x="7897812" y="6813121"/>
                  <a:pt x="7851345" y="6859588"/>
                  <a:pt x="7794026" y="6859588"/>
                </a:cubicBezTo>
                <a:lnTo>
                  <a:pt x="0" y="6859588"/>
                </a:lnTo>
                <a:close/>
              </a:path>
            </a:pathLst>
          </a:custGeom>
          <a:solidFill>
            <a:schemeClr val="accent6"/>
          </a:solidFill>
        </p:spPr>
        <p:txBody>
          <a:bodyPr wrap="square" anchor="ctr">
            <a:noAutofit/>
          </a:bodyPr>
          <a:lstStyle>
            <a:lvl1pPr algn="ctr">
              <a:defRPr/>
            </a:lvl1pPr>
          </a:lstStyle>
          <a:p>
            <a:endParaRPr lang="en-GB"/>
          </a:p>
        </p:txBody>
      </p:sp>
      <p:sp>
        <p:nvSpPr>
          <p:cNvPr id="8" name="txtSecureMarker1" hidden="1"/>
          <p:cNvSpPr txBox="1"/>
          <p:nvPr userDrawn="1"/>
        </p:nvSpPr>
        <p:spPr>
          <a:xfrm>
            <a:off x="4422961" y="-2"/>
            <a:ext cx="3347686" cy="333377"/>
          </a:xfrm>
          <a:prstGeom prst="rect">
            <a:avLst/>
          </a:prstGeom>
          <a:noFill/>
        </p:spPr>
        <p:txBody>
          <a:bodyPr wrap="square" lIns="103931" tIns="51965" rIns="103931" bIns="51965" rtlCol="0">
            <a:no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7" name="txtSecureMarker2" hidden="1"/>
          <p:cNvSpPr txBox="1"/>
          <p:nvPr userDrawn="1"/>
        </p:nvSpPr>
        <p:spPr>
          <a:xfrm>
            <a:off x="4422569" y="6483350"/>
            <a:ext cx="3350036" cy="309713"/>
          </a:xfrm>
          <a:prstGeom prst="rect">
            <a:avLst/>
          </a:prstGeom>
          <a:noFill/>
        </p:spPr>
        <p:txBody>
          <a:bodyPr wrap="square" lIns="103931" tIns="51965" rIns="103931" bIns="51965" rtlCol="0" anchor="b" anchorCtr="0">
            <a:no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1" name="plcSectionNumber">
            <a:extLst>
              <a:ext uri="{FF2B5EF4-FFF2-40B4-BE49-F238E27FC236}">
                <a16:creationId xmlns:a16="http://schemas.microsoft.com/office/drawing/2014/main" id="{47767B4C-F17A-4993-A6A0-F72FEEF25576}"/>
              </a:ext>
            </a:extLst>
          </p:cNvPr>
          <p:cNvSpPr>
            <a:spLocks noGrp="1"/>
          </p:cNvSpPr>
          <p:nvPr>
            <p:ph type="body" sz="quarter" idx="23" hasCustomPrompt="1"/>
          </p:nvPr>
        </p:nvSpPr>
        <p:spPr>
          <a:xfrm>
            <a:off x="8175516" y="958467"/>
            <a:ext cx="3488164" cy="2399096"/>
          </a:xfrm>
          <a:prstGeom prst="rect">
            <a:avLst/>
          </a:prstGeom>
          <a:noFill/>
        </p:spPr>
        <p:txBody>
          <a:bodyPr wrap="square" lIns="0" rIns="0" anchor="b">
            <a:noAutofit/>
          </a:bodyPr>
          <a:lstStyle>
            <a:lvl1pPr algn="l">
              <a:spcAft>
                <a:spcPts val="0"/>
              </a:spcAft>
              <a:defRPr sz="11500" b="0">
                <a:solidFill>
                  <a:schemeClr val="accent4"/>
                </a:solidFill>
                <a:latin typeface="+mj-lt"/>
              </a:defRPr>
            </a:lvl1pPr>
            <a:lvl2pPr>
              <a:defRPr sz="2400"/>
            </a:lvl2pPr>
            <a:lvl3pPr>
              <a:defRPr sz="2000"/>
            </a:lvl3pPr>
            <a:lvl4pPr>
              <a:defRPr sz="2000"/>
            </a:lvl4pPr>
            <a:lvl5pPr>
              <a:defRPr sz="2000"/>
            </a:lvl5pPr>
          </a:lstStyle>
          <a:p>
            <a:pPr lvl="0"/>
            <a:r>
              <a:rPr lang="en-GB"/>
              <a:t>##</a:t>
            </a:r>
          </a:p>
        </p:txBody>
      </p:sp>
      <p:sp>
        <p:nvSpPr>
          <p:cNvPr id="13" name="plcSectionTitle">
            <a:extLst>
              <a:ext uri="{FF2B5EF4-FFF2-40B4-BE49-F238E27FC236}">
                <a16:creationId xmlns:a16="http://schemas.microsoft.com/office/drawing/2014/main" id="{6C480170-BD33-49E6-A5E2-0167395303FF}"/>
              </a:ext>
            </a:extLst>
          </p:cNvPr>
          <p:cNvSpPr>
            <a:spLocks noGrp="1"/>
          </p:cNvSpPr>
          <p:nvPr>
            <p:ph type="body" sz="quarter" idx="13" hasCustomPrompt="1"/>
          </p:nvPr>
        </p:nvSpPr>
        <p:spPr>
          <a:xfrm>
            <a:off x="8175516" y="3646488"/>
            <a:ext cx="3488164" cy="2057400"/>
          </a:xfrm>
          <a:prstGeom prst="rect">
            <a:avLst/>
          </a:prstGeom>
          <a:noFill/>
        </p:spPr>
        <p:txBody>
          <a:bodyPr wrap="square" lIns="0" tIns="144000" rIns="144000" bIns="144000" anchor="t">
            <a:noAutofit/>
          </a:bodyPr>
          <a:lstStyle>
            <a:lvl1pPr marL="0" marR="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sz="2800" b="0" cap="none" spc="0" baseline="0">
                <a:solidFill>
                  <a:schemeClr val="bg1"/>
                </a:solidFill>
              </a:defRPr>
            </a:lvl1pPr>
            <a:lvl2pPr>
              <a:lnSpc>
                <a:spcPct val="100000"/>
              </a:lnSpc>
              <a:spcBef>
                <a:spcPts val="600"/>
              </a:spcBef>
              <a:spcAft>
                <a:spcPts val="0"/>
              </a:spcAft>
              <a:defRPr sz="1800" b="0" cap="none" spc="0">
                <a:solidFill>
                  <a:schemeClr val="bg1"/>
                </a:solidFill>
              </a:defRPr>
            </a:lvl2pPr>
            <a:lvl3pPr>
              <a:lnSpc>
                <a:spcPct val="100000"/>
              </a:lnSpc>
              <a:spcAft>
                <a:spcPts val="0"/>
              </a:spcAft>
              <a:defRPr sz="1700" spc="0">
                <a:solidFill>
                  <a:srgbClr val="7A91A6"/>
                </a:solidFill>
              </a:defRPr>
            </a:lvl3pPr>
            <a:lvl4pPr marL="0" indent="0">
              <a:spcBef>
                <a:spcPts val="0"/>
              </a:spcBef>
              <a:spcAft>
                <a:spcPts val="0"/>
              </a:spcAft>
              <a:buNone/>
              <a:defRPr sz="1700" spc="0">
                <a:solidFill>
                  <a:srgbClr val="7A91A6"/>
                </a:solidFill>
              </a:defRPr>
            </a:lvl4pPr>
            <a:lvl5pPr marL="0" indent="0">
              <a:spcBef>
                <a:spcPts val="0"/>
              </a:spcBef>
              <a:spcAft>
                <a:spcPts val="0"/>
              </a:spcAft>
              <a:buNone/>
              <a:defRPr sz="1700" spc="0">
                <a:solidFill>
                  <a:srgbClr val="7A91A6"/>
                </a:solidFill>
              </a:defRPr>
            </a:lvl5pPr>
            <a:lvl6pPr marL="0" indent="0">
              <a:lnSpc>
                <a:spcPct val="100000"/>
              </a:lnSpc>
              <a:spcBef>
                <a:spcPts val="0"/>
              </a:spcBef>
              <a:spcAft>
                <a:spcPts val="0"/>
              </a:spcAft>
              <a:buNone/>
              <a:defRPr sz="1700" spc="0">
                <a:solidFill>
                  <a:srgbClr val="7A91A6"/>
                </a:solidFill>
              </a:defRPr>
            </a:lvl6pPr>
            <a:lvl7pPr marL="0" indent="0">
              <a:lnSpc>
                <a:spcPct val="100000"/>
              </a:lnSpc>
              <a:spcBef>
                <a:spcPts val="0"/>
              </a:spcBef>
              <a:spcAft>
                <a:spcPts val="0"/>
              </a:spcAft>
              <a:buNone/>
              <a:defRPr sz="1700" spc="0">
                <a:solidFill>
                  <a:srgbClr val="7A91A6"/>
                </a:solidFill>
              </a:defRPr>
            </a:lvl7pPr>
            <a:lvl8pPr marL="0" indent="0">
              <a:lnSpc>
                <a:spcPct val="100000"/>
              </a:lnSpc>
              <a:spcBef>
                <a:spcPts val="0"/>
              </a:spcBef>
              <a:spcAft>
                <a:spcPts val="0"/>
              </a:spcAft>
              <a:buNone/>
              <a:defRPr sz="1700" spc="0">
                <a:solidFill>
                  <a:srgbClr val="7A91A6"/>
                </a:solidFill>
              </a:defRPr>
            </a:lvl8pPr>
            <a:lvl9pPr marL="0" indent="0">
              <a:lnSpc>
                <a:spcPct val="100000"/>
              </a:lnSpc>
              <a:spcBef>
                <a:spcPts val="0"/>
              </a:spcBef>
              <a:spcAft>
                <a:spcPts val="0"/>
              </a:spcAft>
              <a:buNone/>
              <a:defRPr sz="1700" spc="0">
                <a:solidFill>
                  <a:srgbClr val="7A91A6"/>
                </a:solidFill>
              </a:defRPr>
            </a:lvl9pPr>
          </a:lstStyle>
          <a:p>
            <a:pPr marL="0" marR="0" lvl="0" indent="0" algn="l" defTabSz="203892" rtl="0" eaLnBrk="1" fontAlgn="auto" latinLnBrk="0" hangingPunct="1">
              <a:lnSpc>
                <a:spcPct val="100000"/>
              </a:lnSpc>
              <a:spcBef>
                <a:spcPts val="600"/>
              </a:spcBef>
              <a:spcAft>
                <a:spcPts val="0"/>
              </a:spcAft>
              <a:buClrTx/>
              <a:buSzTx/>
              <a:buFont typeface="Arial" panose="020B0604020202020204" pitchFamily="34" charset="0"/>
              <a:buNone/>
              <a:tabLst/>
              <a:defRPr/>
            </a:pPr>
            <a:r>
              <a:rPr lang="en-GB"/>
              <a:t>Divider title  </a:t>
            </a:r>
          </a:p>
          <a:p>
            <a:pPr lvl="1"/>
            <a:r>
              <a:rPr lang="en-GB"/>
              <a:t>Second level</a:t>
            </a:r>
          </a:p>
        </p:txBody>
      </p:sp>
      <p:cxnSp>
        <p:nvCxnSpPr>
          <p:cNvPr id="14" name="Straight Connector 13">
            <a:extLst>
              <a:ext uri="{FF2B5EF4-FFF2-40B4-BE49-F238E27FC236}">
                <a16:creationId xmlns:a16="http://schemas.microsoft.com/office/drawing/2014/main" id="{8F915832-D3F4-408A-804C-D1AB174955EB}"/>
              </a:ext>
            </a:extLst>
          </p:cNvPr>
          <p:cNvCxnSpPr>
            <a:cxnSpLocks/>
          </p:cNvCxnSpPr>
          <p:nvPr userDrawn="1"/>
        </p:nvCxnSpPr>
        <p:spPr>
          <a:xfrm>
            <a:off x="8175516" y="3502026"/>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53422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4355" y="1634172"/>
            <a:ext cx="1105200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2" name="Title 1">
            <a:extLst>
              <a:ext uri="{FF2B5EF4-FFF2-40B4-BE49-F238E27FC236}">
                <a16:creationId xmlns:a16="http://schemas.microsoft.com/office/drawing/2014/main" id="{27F9C8D7-A637-4A7A-998A-8AAFD206238E}"/>
              </a:ext>
            </a:extLst>
          </p:cNvPr>
          <p:cNvSpPr>
            <a:spLocks noGrp="1"/>
          </p:cNvSpPr>
          <p:nvPr>
            <p:ph type="title"/>
          </p:nvPr>
        </p:nvSpPr>
        <p:spPr/>
        <p:txBody>
          <a:bodyPr/>
          <a:lstStyle/>
          <a:p>
            <a:r>
              <a:rPr lang="en-GB"/>
              <a:t>Click to edit Master title style</a:t>
            </a:r>
          </a:p>
        </p:txBody>
      </p:sp>
      <p:cxnSp>
        <p:nvCxnSpPr>
          <p:cNvPr id="6" name="Straight Connector 5">
            <a:extLst>
              <a:ext uri="{FF2B5EF4-FFF2-40B4-BE49-F238E27FC236}">
                <a16:creationId xmlns:a16="http://schemas.microsoft.com/office/drawing/2014/main" id="{4446F5A3-00B4-486E-9DB6-BA5F1CF44179}"/>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2653356"/>
      </p:ext>
    </p:extLst>
  </p:cSld>
  <p:clrMapOvr>
    <a:masterClrMapping/>
  </p:clrMapOvr>
  <p:transition>
    <p:fade/>
  </p:transition>
  <p:extLst>
    <p:ext uri="{DCECCB84-F9BA-43D5-87BE-67443E8EF086}">
      <p15:sldGuideLst xmlns:p15="http://schemas.microsoft.com/office/powerpoint/2012/main">
        <p15:guide id="3" orient="horz" pos="3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6" name="Content Placeholder 2"/>
          <p:cNvSpPr>
            <a:spLocks noGrp="1"/>
          </p:cNvSpPr>
          <p:nvPr>
            <p:ph idx="1"/>
          </p:nvPr>
        </p:nvSpPr>
        <p:spPr>
          <a:xfrm>
            <a:off x="554355" y="1634172"/>
            <a:ext cx="11088000" cy="4520548"/>
          </a:xfrm>
        </p:spPr>
        <p:txBody>
          <a:bodyPr numCol="2" spcCol="204588">
            <a:noAutofit/>
          </a:bodyPr>
          <a:lstStyle>
            <a:lvl5pPr indent="-180000">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7" name="Title 1">
            <a:extLst>
              <a:ext uri="{FF2B5EF4-FFF2-40B4-BE49-F238E27FC236}">
                <a16:creationId xmlns:a16="http://schemas.microsoft.com/office/drawing/2014/main" id="{82BFF54D-3FF3-4284-8EA5-470F17F74EDA}"/>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8" name="Straight Connector 7">
            <a:extLst>
              <a:ext uri="{FF2B5EF4-FFF2-40B4-BE49-F238E27FC236}">
                <a16:creationId xmlns:a16="http://schemas.microsoft.com/office/drawing/2014/main" id="{4A345D3F-A784-4DEC-B366-05B29D130DAF}"/>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31777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6" name="Content Placeholder 2"/>
          <p:cNvSpPr>
            <a:spLocks noGrp="1"/>
          </p:cNvSpPr>
          <p:nvPr>
            <p:ph idx="1"/>
          </p:nvPr>
        </p:nvSpPr>
        <p:spPr>
          <a:xfrm>
            <a:off x="554355" y="1634173"/>
            <a:ext cx="11088370" cy="4531678"/>
          </a:xfrm>
        </p:spPr>
        <p:txBody>
          <a:bodyPr numCol="3" spcCol="204588">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7" name="Title 1">
            <a:extLst>
              <a:ext uri="{FF2B5EF4-FFF2-40B4-BE49-F238E27FC236}">
                <a16:creationId xmlns:a16="http://schemas.microsoft.com/office/drawing/2014/main" id="{BACF97DA-E456-46C3-9F5B-E5EA312F8DCF}"/>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8" name="Straight Connector 7">
            <a:extLst>
              <a:ext uri="{FF2B5EF4-FFF2-40B4-BE49-F238E27FC236}">
                <a16:creationId xmlns:a16="http://schemas.microsoft.com/office/drawing/2014/main" id="{F543943C-EDF5-4613-8977-9CEE97FB8AFA}"/>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54374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A">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8F711E2-08B0-42DB-87F0-A6083E6A7122}"/>
              </a:ext>
            </a:extLst>
          </p:cNvPr>
          <p:cNvSpPr>
            <a:spLocks noGrp="1"/>
          </p:cNvSpPr>
          <p:nvPr>
            <p:ph idx="1"/>
          </p:nvPr>
        </p:nvSpPr>
        <p:spPr>
          <a:xfrm>
            <a:off x="554355" y="1634172"/>
            <a:ext cx="546989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0" name="Title 1">
            <a:extLst>
              <a:ext uri="{FF2B5EF4-FFF2-40B4-BE49-F238E27FC236}">
                <a16:creationId xmlns:a16="http://schemas.microsoft.com/office/drawing/2014/main" id="{29964BA4-D90E-415B-9FB9-D7DC56156DBB}"/>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11" name="Straight Connector 10">
            <a:extLst>
              <a:ext uri="{FF2B5EF4-FFF2-40B4-BE49-F238E27FC236}">
                <a16:creationId xmlns:a16="http://schemas.microsoft.com/office/drawing/2014/main" id="{E51DAA73-0C3E-41E9-BCF6-A56A84AD9421}"/>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0BE8E770-93DF-456F-8D40-CFB3EDCFF840}"/>
              </a:ext>
            </a:extLst>
          </p:cNvPr>
          <p:cNvSpPr>
            <a:spLocks noGrp="1"/>
          </p:cNvSpPr>
          <p:nvPr>
            <p:ph idx="10"/>
          </p:nvPr>
        </p:nvSpPr>
        <p:spPr>
          <a:xfrm>
            <a:off x="6190748" y="1634935"/>
            <a:ext cx="546989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Tree>
    <p:extLst>
      <p:ext uri="{BB962C8B-B14F-4D97-AF65-F5344CB8AC3E}">
        <p14:creationId xmlns:p14="http://schemas.microsoft.com/office/powerpoint/2010/main" val="20654090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Content B">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CF29C7B-4674-4DAE-B04B-F91558B15908}"/>
              </a:ext>
            </a:extLst>
          </p:cNvPr>
          <p:cNvSpPr>
            <a:spLocks noGrp="1"/>
          </p:cNvSpPr>
          <p:nvPr>
            <p:ph idx="1"/>
          </p:nvPr>
        </p:nvSpPr>
        <p:spPr>
          <a:xfrm>
            <a:off x="554355" y="1634172"/>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7" name="Title 1">
            <a:extLst>
              <a:ext uri="{FF2B5EF4-FFF2-40B4-BE49-F238E27FC236}">
                <a16:creationId xmlns:a16="http://schemas.microsoft.com/office/drawing/2014/main" id="{D29CFAD0-1624-4669-A1E7-75BD8E3DF5C8}"/>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9" name="Straight Connector 8">
            <a:extLst>
              <a:ext uri="{FF2B5EF4-FFF2-40B4-BE49-F238E27FC236}">
                <a16:creationId xmlns:a16="http://schemas.microsoft.com/office/drawing/2014/main" id="{317D4F0A-E9DE-4592-83A1-5221B5491DF7}"/>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F5094310-D9BA-4810-A199-8437C636274B}"/>
              </a:ext>
            </a:extLst>
          </p:cNvPr>
          <p:cNvSpPr>
            <a:spLocks noGrp="1"/>
          </p:cNvSpPr>
          <p:nvPr>
            <p:ph idx="10"/>
          </p:nvPr>
        </p:nvSpPr>
        <p:spPr>
          <a:xfrm>
            <a:off x="4299904" y="1634172"/>
            <a:ext cx="7339012"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Tree>
    <p:extLst>
      <p:ext uri="{BB962C8B-B14F-4D97-AF65-F5344CB8AC3E}">
        <p14:creationId xmlns:p14="http://schemas.microsoft.com/office/powerpoint/2010/main" val="150604298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 Image A">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F8FB134-420D-46A3-9A1D-B87BF68DE58E}"/>
              </a:ext>
            </a:extLst>
          </p:cNvPr>
          <p:cNvSpPr>
            <a:spLocks noGrp="1"/>
          </p:cNvSpPr>
          <p:nvPr>
            <p:ph idx="1"/>
          </p:nvPr>
        </p:nvSpPr>
        <p:spPr>
          <a:xfrm>
            <a:off x="556260"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2" name="Title 1">
            <a:extLst>
              <a:ext uri="{FF2B5EF4-FFF2-40B4-BE49-F238E27FC236}">
                <a16:creationId xmlns:a16="http://schemas.microsoft.com/office/drawing/2014/main" id="{E0C260C0-7C07-44AA-9DA8-DDD803016568}"/>
              </a:ext>
            </a:extLst>
          </p:cNvPr>
          <p:cNvSpPr>
            <a:spLocks noGrp="1"/>
          </p:cNvSpPr>
          <p:nvPr>
            <p:ph type="title"/>
          </p:nvPr>
        </p:nvSpPr>
        <p:spPr>
          <a:xfrm>
            <a:off x="554355" y="512763"/>
            <a:ext cx="7343458" cy="792465"/>
          </a:xfrm>
        </p:spPr>
        <p:txBody>
          <a:bodyPr/>
          <a:lstStyle/>
          <a:p>
            <a:r>
              <a:rPr lang="en-GB"/>
              <a:t>Click to edit Master title style</a:t>
            </a:r>
          </a:p>
        </p:txBody>
      </p:sp>
      <p:cxnSp>
        <p:nvCxnSpPr>
          <p:cNvPr id="13" name="Straight Connector 12">
            <a:extLst>
              <a:ext uri="{FF2B5EF4-FFF2-40B4-BE49-F238E27FC236}">
                <a16:creationId xmlns:a16="http://schemas.microsoft.com/office/drawing/2014/main" id="{727B9B07-B927-4DEB-BE71-7EF73FF65D15}"/>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725CAC4-393C-4722-A853-86DA0F5B6E38}"/>
              </a:ext>
            </a:extLst>
          </p:cNvPr>
          <p:cNvSpPr>
            <a:spLocks noGrp="1"/>
          </p:cNvSpPr>
          <p:nvPr>
            <p:ph idx="10"/>
          </p:nvPr>
        </p:nvSpPr>
        <p:spPr>
          <a:xfrm>
            <a:off x="4301173"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9" name="Picture Placeholder 8">
            <a:extLst>
              <a:ext uri="{FF2B5EF4-FFF2-40B4-BE49-F238E27FC236}">
                <a16:creationId xmlns:a16="http://schemas.microsoft.com/office/drawing/2014/main" id="{7C62B605-0B91-4608-83CE-C63AB7F29F20}"/>
              </a:ext>
            </a:extLst>
          </p:cNvPr>
          <p:cNvSpPr>
            <a:spLocks noGrp="1"/>
          </p:cNvSpPr>
          <p:nvPr>
            <p:ph type="pic" sz="quarter" idx="24"/>
          </p:nvPr>
        </p:nvSpPr>
        <p:spPr>
          <a:xfrm>
            <a:off x="8042277" y="0"/>
            <a:ext cx="4152897" cy="6859588"/>
          </a:xfrm>
          <a:custGeom>
            <a:avLst/>
            <a:gdLst>
              <a:gd name="connsiteX0" fmla="*/ 103786 w 4152897"/>
              <a:gd name="connsiteY0" fmla="*/ 0 h 6859588"/>
              <a:gd name="connsiteX1" fmla="*/ 4152897 w 4152897"/>
              <a:gd name="connsiteY1" fmla="*/ 0 h 6859588"/>
              <a:gd name="connsiteX2" fmla="*/ 4152897 w 4152897"/>
              <a:gd name="connsiteY2" fmla="*/ 6859588 h 6859588"/>
              <a:gd name="connsiteX3" fmla="*/ 103786 w 4152897"/>
              <a:gd name="connsiteY3" fmla="*/ 6859588 h 6859588"/>
              <a:gd name="connsiteX4" fmla="*/ 0 w 4152897"/>
              <a:gd name="connsiteY4" fmla="*/ 6755802 h 6859588"/>
              <a:gd name="connsiteX5" fmla="*/ 0 w 4152897"/>
              <a:gd name="connsiteY5" fmla="*/ 103786 h 6859588"/>
              <a:gd name="connsiteX6" fmla="*/ 103786 w 4152897"/>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2897" h="6859588">
                <a:moveTo>
                  <a:pt x="103786" y="0"/>
                </a:moveTo>
                <a:lnTo>
                  <a:pt x="4152897" y="0"/>
                </a:lnTo>
                <a:lnTo>
                  <a:pt x="4152897"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endParaRPr lang="en-GB"/>
          </a:p>
        </p:txBody>
      </p:sp>
    </p:spTree>
    <p:extLst>
      <p:ext uri="{BB962C8B-B14F-4D97-AF65-F5344CB8AC3E}">
        <p14:creationId xmlns:p14="http://schemas.microsoft.com/office/powerpoint/2010/main" val="314166256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lumn + Pullout">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15324A6-3A93-4455-A547-F02A17BDBDEE}"/>
              </a:ext>
            </a:extLst>
          </p:cNvPr>
          <p:cNvSpPr/>
          <p:nvPr userDrawn="1"/>
        </p:nvSpPr>
        <p:spPr>
          <a:xfrm>
            <a:off x="8042278" y="0"/>
            <a:ext cx="4152897" cy="6859588"/>
          </a:xfrm>
          <a:custGeom>
            <a:avLst/>
            <a:gdLst>
              <a:gd name="connsiteX0" fmla="*/ 103786 w 4152897"/>
              <a:gd name="connsiteY0" fmla="*/ 0 h 6859588"/>
              <a:gd name="connsiteX1" fmla="*/ 4152897 w 4152897"/>
              <a:gd name="connsiteY1" fmla="*/ 0 h 6859588"/>
              <a:gd name="connsiteX2" fmla="*/ 4152897 w 4152897"/>
              <a:gd name="connsiteY2" fmla="*/ 6859588 h 6859588"/>
              <a:gd name="connsiteX3" fmla="*/ 103786 w 4152897"/>
              <a:gd name="connsiteY3" fmla="*/ 6859588 h 6859588"/>
              <a:gd name="connsiteX4" fmla="*/ 0 w 4152897"/>
              <a:gd name="connsiteY4" fmla="*/ 6755802 h 6859588"/>
              <a:gd name="connsiteX5" fmla="*/ 0 w 4152897"/>
              <a:gd name="connsiteY5" fmla="*/ 103786 h 6859588"/>
              <a:gd name="connsiteX6" fmla="*/ 103786 w 4152897"/>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2897" h="6859588">
                <a:moveTo>
                  <a:pt x="103786" y="0"/>
                </a:moveTo>
                <a:lnTo>
                  <a:pt x="4152897" y="0"/>
                </a:lnTo>
                <a:lnTo>
                  <a:pt x="4152897"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11" name="Content Placeholder 2">
            <a:extLst>
              <a:ext uri="{FF2B5EF4-FFF2-40B4-BE49-F238E27FC236}">
                <a16:creationId xmlns:a16="http://schemas.microsoft.com/office/drawing/2014/main" id="{FF8FB134-420D-46A3-9A1D-B87BF68DE58E}"/>
              </a:ext>
            </a:extLst>
          </p:cNvPr>
          <p:cNvSpPr>
            <a:spLocks noGrp="1"/>
          </p:cNvSpPr>
          <p:nvPr>
            <p:ph idx="1"/>
          </p:nvPr>
        </p:nvSpPr>
        <p:spPr>
          <a:xfrm>
            <a:off x="556260"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2" name="Title 1">
            <a:extLst>
              <a:ext uri="{FF2B5EF4-FFF2-40B4-BE49-F238E27FC236}">
                <a16:creationId xmlns:a16="http://schemas.microsoft.com/office/drawing/2014/main" id="{E0C260C0-7C07-44AA-9DA8-DDD803016568}"/>
              </a:ext>
            </a:extLst>
          </p:cNvPr>
          <p:cNvSpPr>
            <a:spLocks noGrp="1"/>
          </p:cNvSpPr>
          <p:nvPr>
            <p:ph type="title"/>
          </p:nvPr>
        </p:nvSpPr>
        <p:spPr>
          <a:xfrm>
            <a:off x="554355" y="512763"/>
            <a:ext cx="7343458" cy="792465"/>
          </a:xfrm>
        </p:spPr>
        <p:txBody>
          <a:bodyPr/>
          <a:lstStyle/>
          <a:p>
            <a:r>
              <a:rPr lang="en-GB"/>
              <a:t>Click to edit Master title style</a:t>
            </a:r>
          </a:p>
        </p:txBody>
      </p:sp>
      <p:cxnSp>
        <p:nvCxnSpPr>
          <p:cNvPr id="13" name="Straight Connector 12">
            <a:extLst>
              <a:ext uri="{FF2B5EF4-FFF2-40B4-BE49-F238E27FC236}">
                <a16:creationId xmlns:a16="http://schemas.microsoft.com/office/drawing/2014/main" id="{727B9B07-B927-4DEB-BE71-7EF73FF65D15}"/>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725CAC4-393C-4722-A853-86DA0F5B6E38}"/>
              </a:ext>
            </a:extLst>
          </p:cNvPr>
          <p:cNvSpPr>
            <a:spLocks noGrp="1"/>
          </p:cNvSpPr>
          <p:nvPr>
            <p:ph idx="10"/>
          </p:nvPr>
        </p:nvSpPr>
        <p:spPr>
          <a:xfrm>
            <a:off x="4301173"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7" name="Content Placeholder 2">
            <a:extLst>
              <a:ext uri="{FF2B5EF4-FFF2-40B4-BE49-F238E27FC236}">
                <a16:creationId xmlns:a16="http://schemas.microsoft.com/office/drawing/2014/main" id="{7BFFE586-221C-4FB0-B8EC-3A97F06A34CF}"/>
              </a:ext>
            </a:extLst>
          </p:cNvPr>
          <p:cNvSpPr>
            <a:spLocks noGrp="1"/>
          </p:cNvSpPr>
          <p:nvPr>
            <p:ph idx="11"/>
          </p:nvPr>
        </p:nvSpPr>
        <p:spPr>
          <a:xfrm>
            <a:off x="8257477" y="1634935"/>
            <a:ext cx="3385248" cy="4535487"/>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baseline="0">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Tree>
    <p:extLst>
      <p:ext uri="{BB962C8B-B14F-4D97-AF65-F5344CB8AC3E}">
        <p14:creationId xmlns:p14="http://schemas.microsoft.com/office/powerpoint/2010/main" val="137244610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 Image B">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F8FB134-420D-46A3-9A1D-B87BF68DE58E}"/>
              </a:ext>
            </a:extLst>
          </p:cNvPr>
          <p:cNvSpPr>
            <a:spLocks noGrp="1"/>
          </p:cNvSpPr>
          <p:nvPr>
            <p:ph idx="1"/>
          </p:nvPr>
        </p:nvSpPr>
        <p:spPr>
          <a:xfrm>
            <a:off x="556259" y="1634935"/>
            <a:ext cx="4533265"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2" name="Title 1">
            <a:extLst>
              <a:ext uri="{FF2B5EF4-FFF2-40B4-BE49-F238E27FC236}">
                <a16:creationId xmlns:a16="http://schemas.microsoft.com/office/drawing/2014/main" id="{E0C260C0-7C07-44AA-9DA8-DDD803016568}"/>
              </a:ext>
            </a:extLst>
          </p:cNvPr>
          <p:cNvSpPr>
            <a:spLocks noGrp="1"/>
          </p:cNvSpPr>
          <p:nvPr>
            <p:ph type="title"/>
          </p:nvPr>
        </p:nvSpPr>
        <p:spPr>
          <a:xfrm>
            <a:off x="554355" y="512763"/>
            <a:ext cx="9215120" cy="792465"/>
          </a:xfrm>
        </p:spPr>
        <p:txBody>
          <a:bodyPr/>
          <a:lstStyle/>
          <a:p>
            <a:r>
              <a:rPr lang="en-GB"/>
              <a:t>Click to edit Master title style</a:t>
            </a:r>
          </a:p>
        </p:txBody>
      </p:sp>
      <p:cxnSp>
        <p:nvCxnSpPr>
          <p:cNvPr id="13" name="Straight Connector 12">
            <a:extLst>
              <a:ext uri="{FF2B5EF4-FFF2-40B4-BE49-F238E27FC236}">
                <a16:creationId xmlns:a16="http://schemas.microsoft.com/office/drawing/2014/main" id="{727B9B07-B927-4DEB-BE71-7EF73FF65D15}"/>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725CAC4-393C-4722-A853-86DA0F5B6E38}"/>
              </a:ext>
            </a:extLst>
          </p:cNvPr>
          <p:cNvSpPr>
            <a:spLocks noGrp="1"/>
          </p:cNvSpPr>
          <p:nvPr>
            <p:ph idx="10"/>
          </p:nvPr>
        </p:nvSpPr>
        <p:spPr>
          <a:xfrm>
            <a:off x="5237797" y="1634935"/>
            <a:ext cx="4533265"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8" name="Picture Placeholder 7">
            <a:extLst>
              <a:ext uri="{FF2B5EF4-FFF2-40B4-BE49-F238E27FC236}">
                <a16:creationId xmlns:a16="http://schemas.microsoft.com/office/drawing/2014/main" id="{37F1D043-E180-4017-8DC0-9C5E25A2C271}"/>
              </a:ext>
            </a:extLst>
          </p:cNvPr>
          <p:cNvSpPr>
            <a:spLocks noGrp="1"/>
          </p:cNvSpPr>
          <p:nvPr>
            <p:ph type="pic" sz="quarter" idx="24"/>
          </p:nvPr>
        </p:nvSpPr>
        <p:spPr>
          <a:xfrm>
            <a:off x="9913938" y="0"/>
            <a:ext cx="2281237" cy="6859588"/>
          </a:xfrm>
          <a:custGeom>
            <a:avLst/>
            <a:gdLst>
              <a:gd name="connsiteX0" fmla="*/ 103786 w 2281237"/>
              <a:gd name="connsiteY0" fmla="*/ 0 h 6859588"/>
              <a:gd name="connsiteX1" fmla="*/ 2281237 w 2281237"/>
              <a:gd name="connsiteY1" fmla="*/ 0 h 6859588"/>
              <a:gd name="connsiteX2" fmla="*/ 2281237 w 2281237"/>
              <a:gd name="connsiteY2" fmla="*/ 6859588 h 6859588"/>
              <a:gd name="connsiteX3" fmla="*/ 103786 w 2281237"/>
              <a:gd name="connsiteY3" fmla="*/ 6859588 h 6859588"/>
              <a:gd name="connsiteX4" fmla="*/ 0 w 2281237"/>
              <a:gd name="connsiteY4" fmla="*/ 6755802 h 6859588"/>
              <a:gd name="connsiteX5" fmla="*/ 0 w 2281237"/>
              <a:gd name="connsiteY5" fmla="*/ 103786 h 6859588"/>
              <a:gd name="connsiteX6" fmla="*/ 103786 w 2281237"/>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1237" h="6859588">
                <a:moveTo>
                  <a:pt x="103786" y="0"/>
                </a:moveTo>
                <a:lnTo>
                  <a:pt x="2281237" y="0"/>
                </a:lnTo>
                <a:lnTo>
                  <a:pt x="2281237"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endParaRPr lang="en-GB"/>
          </a:p>
        </p:txBody>
      </p:sp>
    </p:spTree>
    <p:extLst>
      <p:ext uri="{BB962C8B-B14F-4D97-AF65-F5344CB8AC3E}">
        <p14:creationId xmlns:p14="http://schemas.microsoft.com/office/powerpoint/2010/main" val="222665180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FF8FB134-420D-46A3-9A1D-B87BF68DE58E}"/>
              </a:ext>
            </a:extLst>
          </p:cNvPr>
          <p:cNvSpPr>
            <a:spLocks noGrp="1"/>
          </p:cNvSpPr>
          <p:nvPr>
            <p:ph idx="1"/>
          </p:nvPr>
        </p:nvSpPr>
        <p:spPr>
          <a:xfrm>
            <a:off x="556260"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2" name="Title 1">
            <a:extLst>
              <a:ext uri="{FF2B5EF4-FFF2-40B4-BE49-F238E27FC236}">
                <a16:creationId xmlns:a16="http://schemas.microsoft.com/office/drawing/2014/main" id="{E0C260C0-7C07-44AA-9DA8-DDD803016568}"/>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13" name="Straight Connector 12">
            <a:extLst>
              <a:ext uri="{FF2B5EF4-FFF2-40B4-BE49-F238E27FC236}">
                <a16:creationId xmlns:a16="http://schemas.microsoft.com/office/drawing/2014/main" id="{727B9B07-B927-4DEB-BE71-7EF73FF65D15}"/>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725CAC4-393C-4722-A853-86DA0F5B6E38}"/>
              </a:ext>
            </a:extLst>
          </p:cNvPr>
          <p:cNvSpPr>
            <a:spLocks noGrp="1"/>
          </p:cNvSpPr>
          <p:nvPr>
            <p:ph idx="10"/>
          </p:nvPr>
        </p:nvSpPr>
        <p:spPr>
          <a:xfrm>
            <a:off x="4301173"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5" name="Content Placeholder 2">
            <a:extLst>
              <a:ext uri="{FF2B5EF4-FFF2-40B4-BE49-F238E27FC236}">
                <a16:creationId xmlns:a16="http://schemas.microsoft.com/office/drawing/2014/main" id="{8EDA6BAD-6394-4D9E-87B4-CF2960A727E1}"/>
              </a:ext>
            </a:extLst>
          </p:cNvPr>
          <p:cNvSpPr>
            <a:spLocks noGrp="1"/>
          </p:cNvSpPr>
          <p:nvPr>
            <p:ph idx="11"/>
          </p:nvPr>
        </p:nvSpPr>
        <p:spPr>
          <a:xfrm>
            <a:off x="8042275"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Tree>
    <p:extLst>
      <p:ext uri="{BB962C8B-B14F-4D97-AF65-F5344CB8AC3E}">
        <p14:creationId xmlns:p14="http://schemas.microsoft.com/office/powerpoint/2010/main" val="303141844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mp; Image A">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84BB7EDA-4782-479C-A6A3-99A53D77AE5A}"/>
              </a:ext>
            </a:extLst>
          </p:cNvPr>
          <p:cNvSpPr>
            <a:spLocks noGrp="1"/>
          </p:cNvSpPr>
          <p:nvPr>
            <p:ph idx="1"/>
          </p:nvPr>
        </p:nvSpPr>
        <p:spPr>
          <a:xfrm>
            <a:off x="556260" y="1634935"/>
            <a:ext cx="546989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9" name="Title 1">
            <a:extLst>
              <a:ext uri="{FF2B5EF4-FFF2-40B4-BE49-F238E27FC236}">
                <a16:creationId xmlns:a16="http://schemas.microsoft.com/office/drawing/2014/main" id="{10E2D3F7-D329-47B3-AEF3-69373185779B}"/>
              </a:ext>
            </a:extLst>
          </p:cNvPr>
          <p:cNvSpPr>
            <a:spLocks noGrp="1"/>
          </p:cNvSpPr>
          <p:nvPr>
            <p:ph type="title"/>
          </p:nvPr>
        </p:nvSpPr>
        <p:spPr>
          <a:xfrm>
            <a:off x="554355" y="512763"/>
            <a:ext cx="5469890" cy="792465"/>
          </a:xfrm>
        </p:spPr>
        <p:txBody>
          <a:bodyPr/>
          <a:lstStyle/>
          <a:p>
            <a:r>
              <a:rPr lang="en-GB"/>
              <a:t>Click to edit Master title style</a:t>
            </a:r>
          </a:p>
        </p:txBody>
      </p:sp>
      <p:cxnSp>
        <p:nvCxnSpPr>
          <p:cNvPr id="10" name="Straight Connector 9">
            <a:extLst>
              <a:ext uri="{FF2B5EF4-FFF2-40B4-BE49-F238E27FC236}">
                <a16:creationId xmlns:a16="http://schemas.microsoft.com/office/drawing/2014/main" id="{C7D9DC17-06BD-4CF4-B577-D4815EF03194}"/>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E4A6E876-D22D-4F95-9530-F5A956070135}"/>
              </a:ext>
            </a:extLst>
          </p:cNvPr>
          <p:cNvSpPr>
            <a:spLocks noGrp="1"/>
          </p:cNvSpPr>
          <p:nvPr>
            <p:ph type="pic" sz="quarter" idx="25"/>
          </p:nvPr>
        </p:nvSpPr>
        <p:spPr>
          <a:xfrm>
            <a:off x="6335397" y="0"/>
            <a:ext cx="5859777" cy="6859588"/>
          </a:xfrm>
          <a:custGeom>
            <a:avLst/>
            <a:gdLst>
              <a:gd name="connsiteX0" fmla="*/ 103786 w 5859777"/>
              <a:gd name="connsiteY0" fmla="*/ 0 h 6859588"/>
              <a:gd name="connsiteX1" fmla="*/ 1810666 w 5859777"/>
              <a:gd name="connsiteY1" fmla="*/ 0 h 6859588"/>
              <a:gd name="connsiteX2" fmla="*/ 4152897 w 5859777"/>
              <a:gd name="connsiteY2" fmla="*/ 0 h 6859588"/>
              <a:gd name="connsiteX3" fmla="*/ 5859777 w 5859777"/>
              <a:gd name="connsiteY3" fmla="*/ 0 h 6859588"/>
              <a:gd name="connsiteX4" fmla="*/ 5859777 w 5859777"/>
              <a:gd name="connsiteY4" fmla="*/ 6859588 h 6859588"/>
              <a:gd name="connsiteX5" fmla="*/ 4152897 w 5859777"/>
              <a:gd name="connsiteY5" fmla="*/ 6859588 h 6859588"/>
              <a:gd name="connsiteX6" fmla="*/ 1810666 w 5859777"/>
              <a:gd name="connsiteY6" fmla="*/ 6859588 h 6859588"/>
              <a:gd name="connsiteX7" fmla="*/ 103786 w 5859777"/>
              <a:gd name="connsiteY7" fmla="*/ 6859588 h 6859588"/>
              <a:gd name="connsiteX8" fmla="*/ 0 w 5859777"/>
              <a:gd name="connsiteY8" fmla="*/ 6755802 h 6859588"/>
              <a:gd name="connsiteX9" fmla="*/ 0 w 5859777"/>
              <a:gd name="connsiteY9" fmla="*/ 103786 h 6859588"/>
              <a:gd name="connsiteX10" fmla="*/ 103786 w 5859777"/>
              <a:gd name="connsiteY10"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777" h="6859588">
                <a:moveTo>
                  <a:pt x="103786" y="0"/>
                </a:moveTo>
                <a:lnTo>
                  <a:pt x="1810666" y="0"/>
                </a:lnTo>
                <a:lnTo>
                  <a:pt x="4152897" y="0"/>
                </a:lnTo>
                <a:lnTo>
                  <a:pt x="5859777" y="0"/>
                </a:lnTo>
                <a:lnTo>
                  <a:pt x="5859777" y="6859588"/>
                </a:lnTo>
                <a:lnTo>
                  <a:pt x="4152897" y="6859588"/>
                </a:lnTo>
                <a:lnTo>
                  <a:pt x="1810666"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endParaRPr lang="en-GB"/>
          </a:p>
        </p:txBody>
      </p:sp>
    </p:spTree>
    <p:extLst>
      <p:ext uri="{BB962C8B-B14F-4D97-AF65-F5344CB8AC3E}">
        <p14:creationId xmlns:p14="http://schemas.microsoft.com/office/powerpoint/2010/main" val="35348045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Image B">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AE9056B4-5510-4D8B-8D23-74DE9595B875}"/>
              </a:ext>
            </a:extLst>
          </p:cNvPr>
          <p:cNvSpPr>
            <a:spLocks noGrp="1"/>
          </p:cNvSpPr>
          <p:nvPr>
            <p:ph idx="1"/>
          </p:nvPr>
        </p:nvSpPr>
        <p:spPr>
          <a:xfrm>
            <a:off x="6182360" y="1634935"/>
            <a:ext cx="546989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1" name="Title 1">
            <a:extLst>
              <a:ext uri="{FF2B5EF4-FFF2-40B4-BE49-F238E27FC236}">
                <a16:creationId xmlns:a16="http://schemas.microsoft.com/office/drawing/2014/main" id="{45F640A8-7A76-4EAE-AF9D-D3C74E9C766C}"/>
              </a:ext>
            </a:extLst>
          </p:cNvPr>
          <p:cNvSpPr>
            <a:spLocks noGrp="1"/>
          </p:cNvSpPr>
          <p:nvPr>
            <p:ph type="title"/>
          </p:nvPr>
        </p:nvSpPr>
        <p:spPr>
          <a:xfrm>
            <a:off x="6180455" y="512763"/>
            <a:ext cx="5469890" cy="792465"/>
          </a:xfrm>
        </p:spPr>
        <p:txBody>
          <a:bodyPr/>
          <a:lstStyle/>
          <a:p>
            <a:r>
              <a:rPr lang="en-GB"/>
              <a:t>Click to edit Master title style</a:t>
            </a:r>
          </a:p>
        </p:txBody>
      </p:sp>
      <p:cxnSp>
        <p:nvCxnSpPr>
          <p:cNvPr id="12" name="Straight Connector 11">
            <a:extLst>
              <a:ext uri="{FF2B5EF4-FFF2-40B4-BE49-F238E27FC236}">
                <a16:creationId xmlns:a16="http://schemas.microsoft.com/office/drawing/2014/main" id="{54478966-5454-4600-AD7C-2698AE9CE25A}"/>
              </a:ext>
            </a:extLst>
          </p:cNvPr>
          <p:cNvCxnSpPr>
            <a:cxnSpLocks/>
          </p:cNvCxnSpPr>
          <p:nvPr userDrawn="1"/>
        </p:nvCxnSpPr>
        <p:spPr>
          <a:xfrm>
            <a:off x="61804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6" name="Picture Placeholder 15">
            <a:extLst>
              <a:ext uri="{FF2B5EF4-FFF2-40B4-BE49-F238E27FC236}">
                <a16:creationId xmlns:a16="http://schemas.microsoft.com/office/drawing/2014/main" id="{7581AB08-270C-48DB-B4F7-71B42ACD607F}"/>
              </a:ext>
            </a:extLst>
          </p:cNvPr>
          <p:cNvSpPr>
            <a:spLocks noGrp="1"/>
          </p:cNvSpPr>
          <p:nvPr>
            <p:ph type="pic" sz="quarter" idx="26"/>
          </p:nvPr>
        </p:nvSpPr>
        <p:spPr>
          <a:xfrm>
            <a:off x="2" y="0"/>
            <a:ext cx="5859777" cy="6859588"/>
          </a:xfrm>
          <a:custGeom>
            <a:avLst/>
            <a:gdLst>
              <a:gd name="connsiteX0" fmla="*/ 0 w 5859777"/>
              <a:gd name="connsiteY0" fmla="*/ 0 h 6859588"/>
              <a:gd name="connsiteX1" fmla="*/ 1706880 w 5859777"/>
              <a:gd name="connsiteY1" fmla="*/ 0 h 6859588"/>
              <a:gd name="connsiteX2" fmla="*/ 4049111 w 5859777"/>
              <a:gd name="connsiteY2" fmla="*/ 0 h 6859588"/>
              <a:gd name="connsiteX3" fmla="*/ 5755991 w 5859777"/>
              <a:gd name="connsiteY3" fmla="*/ 0 h 6859588"/>
              <a:gd name="connsiteX4" fmla="*/ 5859777 w 5859777"/>
              <a:gd name="connsiteY4" fmla="*/ 103786 h 6859588"/>
              <a:gd name="connsiteX5" fmla="*/ 5859777 w 5859777"/>
              <a:gd name="connsiteY5" fmla="*/ 6755802 h 6859588"/>
              <a:gd name="connsiteX6" fmla="*/ 5755991 w 5859777"/>
              <a:gd name="connsiteY6" fmla="*/ 6859588 h 6859588"/>
              <a:gd name="connsiteX7" fmla="*/ 4049111 w 5859777"/>
              <a:gd name="connsiteY7" fmla="*/ 6859588 h 6859588"/>
              <a:gd name="connsiteX8" fmla="*/ 1706880 w 5859777"/>
              <a:gd name="connsiteY8" fmla="*/ 6859588 h 6859588"/>
              <a:gd name="connsiteX9" fmla="*/ 0 w 5859777"/>
              <a:gd name="connsiteY9" fmla="*/ 6859588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9777" h="6859588">
                <a:moveTo>
                  <a:pt x="0" y="0"/>
                </a:moveTo>
                <a:lnTo>
                  <a:pt x="1706880" y="0"/>
                </a:lnTo>
                <a:lnTo>
                  <a:pt x="4049111" y="0"/>
                </a:lnTo>
                <a:lnTo>
                  <a:pt x="5755991" y="0"/>
                </a:lnTo>
                <a:cubicBezTo>
                  <a:pt x="5813310" y="0"/>
                  <a:pt x="5859777" y="46467"/>
                  <a:pt x="5859777" y="103786"/>
                </a:cubicBezTo>
                <a:lnTo>
                  <a:pt x="5859777" y="6755802"/>
                </a:lnTo>
                <a:cubicBezTo>
                  <a:pt x="5859777" y="6813121"/>
                  <a:pt x="5813310" y="6859588"/>
                  <a:pt x="5755991" y="6859588"/>
                </a:cubicBezTo>
                <a:lnTo>
                  <a:pt x="4049111" y="6859588"/>
                </a:lnTo>
                <a:lnTo>
                  <a:pt x="1706880" y="6859588"/>
                </a:lnTo>
                <a:lnTo>
                  <a:pt x="0" y="6859588"/>
                </a:lnTo>
                <a:close/>
              </a:path>
            </a:pathLst>
          </a:custGeom>
          <a:solidFill>
            <a:schemeClr val="accent6"/>
          </a:solidFill>
        </p:spPr>
        <p:txBody>
          <a:bodyPr vert="horz" wrap="square" lIns="0" tIns="0" rIns="0" bIns="0" rtlCol="0" anchor="ctr">
            <a:noAutofit/>
          </a:bodyPr>
          <a:lstStyle>
            <a:lvl1pPr algn="ctr">
              <a:defRPr lang="en-GB"/>
            </a:lvl1pPr>
          </a:lstStyle>
          <a:p>
            <a:pPr lvl="0" algn="ctr"/>
            <a:r>
              <a:rPr lang="en-GB"/>
              <a:t>Click icon to add picture</a:t>
            </a:r>
          </a:p>
        </p:txBody>
      </p:sp>
    </p:spTree>
    <p:extLst>
      <p:ext uri="{BB962C8B-B14F-4D97-AF65-F5344CB8AC3E}">
        <p14:creationId xmlns:p14="http://schemas.microsoft.com/office/powerpoint/2010/main" val="290848158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ntent &amp; Image C">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6CACE22-5956-4B26-8951-369C1631603B}"/>
              </a:ext>
            </a:extLst>
          </p:cNvPr>
          <p:cNvSpPr>
            <a:spLocks noGrp="1"/>
          </p:cNvSpPr>
          <p:nvPr>
            <p:ph idx="1"/>
          </p:nvPr>
        </p:nvSpPr>
        <p:spPr>
          <a:xfrm>
            <a:off x="556260"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8" name="Title 1">
            <a:extLst>
              <a:ext uri="{FF2B5EF4-FFF2-40B4-BE49-F238E27FC236}">
                <a16:creationId xmlns:a16="http://schemas.microsoft.com/office/drawing/2014/main" id="{274F5AA1-13D5-42C4-BAA7-2513D8CC89D7}"/>
              </a:ext>
            </a:extLst>
          </p:cNvPr>
          <p:cNvSpPr>
            <a:spLocks noGrp="1"/>
          </p:cNvSpPr>
          <p:nvPr>
            <p:ph type="title"/>
          </p:nvPr>
        </p:nvSpPr>
        <p:spPr>
          <a:xfrm>
            <a:off x="554355" y="512763"/>
            <a:ext cx="3598545" cy="792465"/>
          </a:xfrm>
        </p:spPr>
        <p:txBody>
          <a:bodyPr/>
          <a:lstStyle/>
          <a:p>
            <a:r>
              <a:rPr lang="en-GB"/>
              <a:t>Click to edit Master title style</a:t>
            </a:r>
          </a:p>
        </p:txBody>
      </p:sp>
      <p:cxnSp>
        <p:nvCxnSpPr>
          <p:cNvPr id="9" name="Straight Connector 8">
            <a:extLst>
              <a:ext uri="{FF2B5EF4-FFF2-40B4-BE49-F238E27FC236}">
                <a16:creationId xmlns:a16="http://schemas.microsoft.com/office/drawing/2014/main" id="{5947F70B-7FA4-4B4A-BC00-207597412F97}"/>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6" name="Picture Placeholder 15">
            <a:extLst>
              <a:ext uri="{FF2B5EF4-FFF2-40B4-BE49-F238E27FC236}">
                <a16:creationId xmlns:a16="http://schemas.microsoft.com/office/drawing/2014/main" id="{BB14DC76-D75E-4B2F-8E90-C3DFBC521E22}"/>
              </a:ext>
            </a:extLst>
          </p:cNvPr>
          <p:cNvSpPr>
            <a:spLocks noGrp="1"/>
          </p:cNvSpPr>
          <p:nvPr>
            <p:ph type="pic" sz="quarter" idx="26"/>
          </p:nvPr>
        </p:nvSpPr>
        <p:spPr>
          <a:xfrm>
            <a:off x="4468497" y="0"/>
            <a:ext cx="7726677" cy="6859588"/>
          </a:xfrm>
          <a:custGeom>
            <a:avLst/>
            <a:gdLst>
              <a:gd name="connsiteX0" fmla="*/ 103786 w 7726677"/>
              <a:gd name="connsiteY0" fmla="*/ 0 h 6859588"/>
              <a:gd name="connsiteX1" fmla="*/ 1810666 w 7726677"/>
              <a:gd name="connsiteY1" fmla="*/ 0 h 6859588"/>
              <a:gd name="connsiteX2" fmla="*/ 1970686 w 7726677"/>
              <a:gd name="connsiteY2" fmla="*/ 0 h 6859588"/>
              <a:gd name="connsiteX3" fmla="*/ 3677566 w 7726677"/>
              <a:gd name="connsiteY3" fmla="*/ 0 h 6859588"/>
              <a:gd name="connsiteX4" fmla="*/ 4152897 w 7726677"/>
              <a:gd name="connsiteY4" fmla="*/ 0 h 6859588"/>
              <a:gd name="connsiteX5" fmla="*/ 5859777 w 7726677"/>
              <a:gd name="connsiteY5" fmla="*/ 0 h 6859588"/>
              <a:gd name="connsiteX6" fmla="*/ 6019797 w 7726677"/>
              <a:gd name="connsiteY6" fmla="*/ 0 h 6859588"/>
              <a:gd name="connsiteX7" fmla="*/ 7726677 w 7726677"/>
              <a:gd name="connsiteY7" fmla="*/ 0 h 6859588"/>
              <a:gd name="connsiteX8" fmla="*/ 7726677 w 7726677"/>
              <a:gd name="connsiteY8" fmla="*/ 6859588 h 6859588"/>
              <a:gd name="connsiteX9" fmla="*/ 6019797 w 7726677"/>
              <a:gd name="connsiteY9" fmla="*/ 6859588 h 6859588"/>
              <a:gd name="connsiteX10" fmla="*/ 5859777 w 7726677"/>
              <a:gd name="connsiteY10" fmla="*/ 6859588 h 6859588"/>
              <a:gd name="connsiteX11" fmla="*/ 4152897 w 7726677"/>
              <a:gd name="connsiteY11" fmla="*/ 6859588 h 6859588"/>
              <a:gd name="connsiteX12" fmla="*/ 3677566 w 7726677"/>
              <a:gd name="connsiteY12" fmla="*/ 6859588 h 6859588"/>
              <a:gd name="connsiteX13" fmla="*/ 1970686 w 7726677"/>
              <a:gd name="connsiteY13" fmla="*/ 6859588 h 6859588"/>
              <a:gd name="connsiteX14" fmla="*/ 1810666 w 7726677"/>
              <a:gd name="connsiteY14" fmla="*/ 6859588 h 6859588"/>
              <a:gd name="connsiteX15" fmla="*/ 103786 w 7726677"/>
              <a:gd name="connsiteY15" fmla="*/ 6859588 h 6859588"/>
              <a:gd name="connsiteX16" fmla="*/ 0 w 7726677"/>
              <a:gd name="connsiteY16" fmla="*/ 6755802 h 6859588"/>
              <a:gd name="connsiteX17" fmla="*/ 0 w 7726677"/>
              <a:gd name="connsiteY17" fmla="*/ 103786 h 6859588"/>
              <a:gd name="connsiteX18" fmla="*/ 103786 w 7726677"/>
              <a:gd name="connsiteY18"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26677" h="6859588">
                <a:moveTo>
                  <a:pt x="103786" y="0"/>
                </a:moveTo>
                <a:lnTo>
                  <a:pt x="1810666" y="0"/>
                </a:lnTo>
                <a:lnTo>
                  <a:pt x="1970686" y="0"/>
                </a:lnTo>
                <a:lnTo>
                  <a:pt x="3677566" y="0"/>
                </a:lnTo>
                <a:lnTo>
                  <a:pt x="4152897" y="0"/>
                </a:lnTo>
                <a:lnTo>
                  <a:pt x="5859777" y="0"/>
                </a:lnTo>
                <a:lnTo>
                  <a:pt x="6019797" y="0"/>
                </a:lnTo>
                <a:lnTo>
                  <a:pt x="7726677" y="0"/>
                </a:lnTo>
                <a:lnTo>
                  <a:pt x="7726677" y="6859588"/>
                </a:lnTo>
                <a:lnTo>
                  <a:pt x="6019797" y="6859588"/>
                </a:lnTo>
                <a:lnTo>
                  <a:pt x="5859777" y="6859588"/>
                </a:lnTo>
                <a:lnTo>
                  <a:pt x="4152897" y="6859588"/>
                </a:lnTo>
                <a:lnTo>
                  <a:pt x="3677566" y="6859588"/>
                </a:lnTo>
                <a:lnTo>
                  <a:pt x="1970686" y="6859588"/>
                </a:lnTo>
                <a:lnTo>
                  <a:pt x="1810666"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pPr marL="0" marR="0" lvl="0" indent="0" algn="ctr" defTabSz="203892"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icon to add picture</a:t>
            </a:r>
          </a:p>
        </p:txBody>
      </p:sp>
      <p:sp>
        <p:nvSpPr>
          <p:cNvPr id="17" name="Rectangle 16" descr="{&quot;templafy&quot;:{&quot;id&quot;:&quot;c31d4105-91e5-4aec-997a-d64e32053043&quot;}}">
            <a:extLst>
              <a:ext uri="{FF2B5EF4-FFF2-40B4-BE49-F238E27FC236}">
                <a16:creationId xmlns:a16="http://schemas.microsoft.com/office/drawing/2014/main" id="{765EE0E0-F8F9-40AA-BA21-5319E31C2736}"/>
              </a:ext>
            </a:extLst>
          </p:cNvPr>
          <p:cNvSpPr/>
          <p:nvPr userDrawn="1"/>
        </p:nvSpPr>
        <p:spPr>
          <a:xfrm>
            <a:off x="554354" y="6288287"/>
            <a:ext cx="3596640"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rgbClr val="9AB1C5"/>
                </a:solidFill>
              </a:rPr>
              <a:t>PA Confidential – Internal use only</a:t>
            </a:r>
          </a:p>
        </p:txBody>
      </p:sp>
      <p:sp>
        <p:nvSpPr>
          <p:cNvPr id="10" name="txtFooter">
            <a:extLst>
              <a:ext uri="{FF2B5EF4-FFF2-40B4-BE49-F238E27FC236}">
                <a16:creationId xmlns:a16="http://schemas.microsoft.com/office/drawing/2014/main" id="{1ADD9A79-EAD4-46BD-A8DE-464E95C59458}"/>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accent5"/>
                </a:solidFill>
              </a:rPr>
              <a:t>© PA Knowledge Limited  |     </a:t>
            </a:r>
            <a:endParaRPr lang="en-GB"/>
          </a:p>
        </p:txBody>
      </p:sp>
    </p:spTree>
    <p:extLst>
      <p:ext uri="{BB962C8B-B14F-4D97-AF65-F5344CB8AC3E}">
        <p14:creationId xmlns:p14="http://schemas.microsoft.com/office/powerpoint/2010/main" val="318166765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mp; Image 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CC69244-2DE5-4CC8-A9B7-7B68E9FDB0A9}"/>
              </a:ext>
            </a:extLst>
          </p:cNvPr>
          <p:cNvSpPr>
            <a:spLocks noGrp="1"/>
          </p:cNvSpPr>
          <p:nvPr>
            <p:ph idx="1"/>
          </p:nvPr>
        </p:nvSpPr>
        <p:spPr>
          <a:xfrm>
            <a:off x="8046085" y="1634935"/>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8" name="Title 1">
            <a:extLst>
              <a:ext uri="{FF2B5EF4-FFF2-40B4-BE49-F238E27FC236}">
                <a16:creationId xmlns:a16="http://schemas.microsoft.com/office/drawing/2014/main" id="{8BF110BE-658C-492B-94F2-A397398FED6C}"/>
              </a:ext>
            </a:extLst>
          </p:cNvPr>
          <p:cNvSpPr>
            <a:spLocks noGrp="1"/>
          </p:cNvSpPr>
          <p:nvPr>
            <p:ph type="title"/>
          </p:nvPr>
        </p:nvSpPr>
        <p:spPr>
          <a:xfrm>
            <a:off x="8044180" y="512763"/>
            <a:ext cx="3598545" cy="792465"/>
          </a:xfrm>
        </p:spPr>
        <p:txBody>
          <a:bodyPr/>
          <a:lstStyle/>
          <a:p>
            <a:r>
              <a:rPr lang="en-GB"/>
              <a:t>Click to edit Master title style</a:t>
            </a:r>
          </a:p>
        </p:txBody>
      </p:sp>
      <p:cxnSp>
        <p:nvCxnSpPr>
          <p:cNvPr id="9" name="Straight Connector 8">
            <a:extLst>
              <a:ext uri="{FF2B5EF4-FFF2-40B4-BE49-F238E27FC236}">
                <a16:creationId xmlns:a16="http://schemas.microsoft.com/office/drawing/2014/main" id="{29892582-D4B8-42B1-8A07-65AA7E184CC2}"/>
              </a:ext>
            </a:extLst>
          </p:cNvPr>
          <p:cNvCxnSpPr>
            <a:cxnSpLocks/>
          </p:cNvCxnSpPr>
          <p:nvPr userDrawn="1"/>
        </p:nvCxnSpPr>
        <p:spPr>
          <a:xfrm>
            <a:off x="8044179"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28F806EC-3F47-4E35-A1CB-BB3536D28C69}"/>
              </a:ext>
            </a:extLst>
          </p:cNvPr>
          <p:cNvSpPr>
            <a:spLocks noGrp="1"/>
          </p:cNvSpPr>
          <p:nvPr>
            <p:ph type="pic" sz="quarter" idx="27"/>
          </p:nvPr>
        </p:nvSpPr>
        <p:spPr>
          <a:xfrm>
            <a:off x="0" y="0"/>
            <a:ext cx="7726679" cy="6859588"/>
          </a:xfrm>
          <a:custGeom>
            <a:avLst/>
            <a:gdLst>
              <a:gd name="connsiteX0" fmla="*/ 0 w 7726679"/>
              <a:gd name="connsiteY0" fmla="*/ 0 h 6859588"/>
              <a:gd name="connsiteX1" fmla="*/ 1706880 w 7726679"/>
              <a:gd name="connsiteY1" fmla="*/ 0 h 6859588"/>
              <a:gd name="connsiteX2" fmla="*/ 1866902 w 7726679"/>
              <a:gd name="connsiteY2" fmla="*/ 0 h 6859588"/>
              <a:gd name="connsiteX3" fmla="*/ 3573782 w 7726679"/>
              <a:gd name="connsiteY3" fmla="*/ 0 h 6859588"/>
              <a:gd name="connsiteX4" fmla="*/ 4049111 w 7726679"/>
              <a:gd name="connsiteY4" fmla="*/ 0 h 6859588"/>
              <a:gd name="connsiteX5" fmla="*/ 5755991 w 7726679"/>
              <a:gd name="connsiteY5" fmla="*/ 0 h 6859588"/>
              <a:gd name="connsiteX6" fmla="*/ 5916013 w 7726679"/>
              <a:gd name="connsiteY6" fmla="*/ 0 h 6859588"/>
              <a:gd name="connsiteX7" fmla="*/ 7622893 w 7726679"/>
              <a:gd name="connsiteY7" fmla="*/ 0 h 6859588"/>
              <a:gd name="connsiteX8" fmla="*/ 7726679 w 7726679"/>
              <a:gd name="connsiteY8" fmla="*/ 103786 h 6859588"/>
              <a:gd name="connsiteX9" fmla="*/ 7726679 w 7726679"/>
              <a:gd name="connsiteY9" fmla="*/ 6755802 h 6859588"/>
              <a:gd name="connsiteX10" fmla="*/ 7622893 w 7726679"/>
              <a:gd name="connsiteY10" fmla="*/ 6859588 h 6859588"/>
              <a:gd name="connsiteX11" fmla="*/ 5916013 w 7726679"/>
              <a:gd name="connsiteY11" fmla="*/ 6859588 h 6859588"/>
              <a:gd name="connsiteX12" fmla="*/ 5755991 w 7726679"/>
              <a:gd name="connsiteY12" fmla="*/ 6859588 h 6859588"/>
              <a:gd name="connsiteX13" fmla="*/ 4049111 w 7726679"/>
              <a:gd name="connsiteY13" fmla="*/ 6859588 h 6859588"/>
              <a:gd name="connsiteX14" fmla="*/ 3573782 w 7726679"/>
              <a:gd name="connsiteY14" fmla="*/ 6859588 h 6859588"/>
              <a:gd name="connsiteX15" fmla="*/ 1866902 w 7726679"/>
              <a:gd name="connsiteY15" fmla="*/ 6859588 h 6859588"/>
              <a:gd name="connsiteX16" fmla="*/ 1706880 w 7726679"/>
              <a:gd name="connsiteY16" fmla="*/ 6859588 h 6859588"/>
              <a:gd name="connsiteX17" fmla="*/ 0 w 7726679"/>
              <a:gd name="connsiteY17" fmla="*/ 6859588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26679" h="6859588">
                <a:moveTo>
                  <a:pt x="0" y="0"/>
                </a:moveTo>
                <a:lnTo>
                  <a:pt x="1706880" y="0"/>
                </a:lnTo>
                <a:lnTo>
                  <a:pt x="1866902" y="0"/>
                </a:lnTo>
                <a:lnTo>
                  <a:pt x="3573782" y="0"/>
                </a:lnTo>
                <a:lnTo>
                  <a:pt x="4049111" y="0"/>
                </a:lnTo>
                <a:lnTo>
                  <a:pt x="5755991" y="0"/>
                </a:lnTo>
                <a:lnTo>
                  <a:pt x="5916013" y="0"/>
                </a:lnTo>
                <a:lnTo>
                  <a:pt x="7622893" y="0"/>
                </a:lnTo>
                <a:cubicBezTo>
                  <a:pt x="7680212" y="0"/>
                  <a:pt x="7726679" y="46467"/>
                  <a:pt x="7726679" y="103786"/>
                </a:cubicBezTo>
                <a:lnTo>
                  <a:pt x="7726679" y="6755802"/>
                </a:lnTo>
                <a:cubicBezTo>
                  <a:pt x="7726679" y="6813121"/>
                  <a:pt x="7680212" y="6859588"/>
                  <a:pt x="7622893" y="6859588"/>
                </a:cubicBezTo>
                <a:lnTo>
                  <a:pt x="5916013" y="6859588"/>
                </a:lnTo>
                <a:lnTo>
                  <a:pt x="5755991" y="6859588"/>
                </a:lnTo>
                <a:lnTo>
                  <a:pt x="4049111" y="6859588"/>
                </a:lnTo>
                <a:lnTo>
                  <a:pt x="3573782" y="6859588"/>
                </a:lnTo>
                <a:lnTo>
                  <a:pt x="1866902" y="6859588"/>
                </a:lnTo>
                <a:lnTo>
                  <a:pt x="1706880" y="6859588"/>
                </a:lnTo>
                <a:lnTo>
                  <a:pt x="0" y="6859588"/>
                </a:lnTo>
                <a:close/>
              </a:path>
            </a:pathLst>
          </a:custGeom>
          <a:solidFill>
            <a:schemeClr val="accent6"/>
          </a:solidFill>
        </p:spPr>
        <p:txBody>
          <a:bodyPr vert="horz" wrap="square" lIns="0" tIns="0" rIns="0" bIns="0" rtlCol="0" anchor="ctr">
            <a:noAutofit/>
          </a:bodyPr>
          <a:lstStyle>
            <a:lvl1pPr algn="ctr">
              <a:defRPr lang="en-GB"/>
            </a:lvl1pPr>
          </a:lstStyle>
          <a:p>
            <a:pPr lvl="0" algn="ctr"/>
            <a:r>
              <a:rPr lang="en-GB"/>
              <a:t>Click icon to add picture</a:t>
            </a:r>
          </a:p>
        </p:txBody>
      </p:sp>
    </p:spTree>
    <p:extLst>
      <p:ext uri="{BB962C8B-B14F-4D97-AF65-F5344CB8AC3E}">
        <p14:creationId xmlns:p14="http://schemas.microsoft.com/office/powerpoint/2010/main" val="322050218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Content &amp; Images">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5E308D1-94ED-4F29-AC14-729D32FEFB2C}"/>
              </a:ext>
            </a:extLst>
          </p:cNvPr>
          <p:cNvSpPr>
            <a:spLocks noGrp="1"/>
          </p:cNvSpPr>
          <p:nvPr>
            <p:ph idx="1"/>
          </p:nvPr>
        </p:nvSpPr>
        <p:spPr>
          <a:xfrm>
            <a:off x="556260" y="2932588"/>
            <a:ext cx="5469890" cy="3233262"/>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0" name="Title 1">
            <a:extLst>
              <a:ext uri="{FF2B5EF4-FFF2-40B4-BE49-F238E27FC236}">
                <a16:creationId xmlns:a16="http://schemas.microsoft.com/office/drawing/2014/main" id="{DC60DB5C-104E-41B6-9F75-A5EB225E0F47}"/>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11" name="Straight Connector 10">
            <a:extLst>
              <a:ext uri="{FF2B5EF4-FFF2-40B4-BE49-F238E27FC236}">
                <a16:creationId xmlns:a16="http://schemas.microsoft.com/office/drawing/2014/main" id="{CD39306D-816C-41C4-9A60-BECE11054179}"/>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6FECC3A0-CB55-41CA-8D40-6EA7D1FCE998}"/>
              </a:ext>
            </a:extLst>
          </p:cNvPr>
          <p:cNvSpPr>
            <a:spLocks noGrp="1"/>
          </p:cNvSpPr>
          <p:nvPr>
            <p:ph idx="10"/>
          </p:nvPr>
        </p:nvSpPr>
        <p:spPr>
          <a:xfrm>
            <a:off x="6176645" y="2932588"/>
            <a:ext cx="5469890" cy="3233262"/>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5" name="Picture Placeholder 11">
            <a:extLst>
              <a:ext uri="{FF2B5EF4-FFF2-40B4-BE49-F238E27FC236}">
                <a16:creationId xmlns:a16="http://schemas.microsoft.com/office/drawing/2014/main" id="{E311EB11-D5B6-4579-9C21-7C2C5A2927B6}"/>
              </a:ext>
            </a:extLst>
          </p:cNvPr>
          <p:cNvSpPr>
            <a:spLocks noGrp="1"/>
          </p:cNvSpPr>
          <p:nvPr>
            <p:ph type="pic" sz="quarter" idx="19"/>
          </p:nvPr>
        </p:nvSpPr>
        <p:spPr>
          <a:xfrm>
            <a:off x="556665" y="1637983"/>
            <a:ext cx="5465675" cy="1131887"/>
          </a:xfrm>
          <a:prstGeom prst="roundRect">
            <a:avLst>
              <a:gd name="adj" fmla="val 4900"/>
            </a:avLst>
          </a:prstGeom>
          <a:solidFill>
            <a:schemeClr val="accent6"/>
          </a:solidFill>
        </p:spPr>
        <p:txBody>
          <a:bodyPr vert="horz" wrap="square" lIns="0" tIns="0" rIns="0" bIns="0" rtlCol="0" anchor="ctr">
            <a:noAutofit/>
          </a:bodyPr>
          <a:lstStyle>
            <a:lvl1pPr algn="ctr">
              <a:defRPr lang="en-GB" dirty="0"/>
            </a:lvl1pPr>
          </a:lstStyle>
          <a:p>
            <a:pPr marL="0" marR="0" lvl="0" indent="0" algn="ctr" defTabSz="203892"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icon to add picture</a:t>
            </a:r>
          </a:p>
        </p:txBody>
      </p:sp>
      <p:sp>
        <p:nvSpPr>
          <p:cNvPr id="18" name="Picture Placeholder 11">
            <a:extLst>
              <a:ext uri="{FF2B5EF4-FFF2-40B4-BE49-F238E27FC236}">
                <a16:creationId xmlns:a16="http://schemas.microsoft.com/office/drawing/2014/main" id="{B4F9C092-0F71-4B47-8777-813E2C380F9D}"/>
              </a:ext>
            </a:extLst>
          </p:cNvPr>
          <p:cNvSpPr>
            <a:spLocks noGrp="1"/>
          </p:cNvSpPr>
          <p:nvPr>
            <p:ph type="pic" sz="quarter" idx="20"/>
          </p:nvPr>
        </p:nvSpPr>
        <p:spPr>
          <a:xfrm>
            <a:off x="6176645" y="1637983"/>
            <a:ext cx="5465675" cy="1131887"/>
          </a:xfrm>
          <a:prstGeom prst="roundRect">
            <a:avLst>
              <a:gd name="adj" fmla="val 4900"/>
            </a:avLst>
          </a:prstGeom>
          <a:solidFill>
            <a:schemeClr val="accent6"/>
          </a:solidFill>
        </p:spPr>
        <p:txBody>
          <a:bodyPr vert="horz" wrap="square" lIns="0" tIns="0" rIns="0" bIns="0" rtlCol="0" anchor="ctr">
            <a:noAutofit/>
          </a:bodyPr>
          <a:lstStyle>
            <a:lvl1pPr algn="ctr">
              <a:defRPr lang="en-GB" dirty="0"/>
            </a:lvl1pPr>
          </a:lstStyle>
          <a:p>
            <a:pPr marL="0" marR="0" lvl="0" indent="0" algn="ctr" defTabSz="203892"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icon to add picture</a:t>
            </a:r>
          </a:p>
        </p:txBody>
      </p:sp>
    </p:spTree>
    <p:extLst>
      <p:ext uri="{BB962C8B-B14F-4D97-AF65-F5344CB8AC3E}">
        <p14:creationId xmlns:p14="http://schemas.microsoft.com/office/powerpoint/2010/main" val="156568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Content &amp; Images">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D5CD9C0A-D525-4BF0-8351-652AC1B2E41E}"/>
              </a:ext>
            </a:extLst>
          </p:cNvPr>
          <p:cNvSpPr>
            <a:spLocks noGrp="1"/>
          </p:cNvSpPr>
          <p:nvPr>
            <p:ph idx="1"/>
          </p:nvPr>
        </p:nvSpPr>
        <p:spPr>
          <a:xfrm>
            <a:off x="556260" y="2932588"/>
            <a:ext cx="3596640" cy="3237834"/>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3" name="Title 1">
            <a:extLst>
              <a:ext uri="{FF2B5EF4-FFF2-40B4-BE49-F238E27FC236}">
                <a16:creationId xmlns:a16="http://schemas.microsoft.com/office/drawing/2014/main" id="{B74185DA-8FA8-4B9F-98F3-0D1026336E74}"/>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17" name="Straight Connector 16">
            <a:extLst>
              <a:ext uri="{FF2B5EF4-FFF2-40B4-BE49-F238E27FC236}">
                <a16:creationId xmlns:a16="http://schemas.microsoft.com/office/drawing/2014/main" id="{D0B7279B-0090-4524-869E-0F719A9912C2}"/>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6BB366C1-A048-4655-91E7-9F864C041907}"/>
              </a:ext>
            </a:extLst>
          </p:cNvPr>
          <p:cNvSpPr>
            <a:spLocks noGrp="1"/>
          </p:cNvSpPr>
          <p:nvPr>
            <p:ph idx="10"/>
          </p:nvPr>
        </p:nvSpPr>
        <p:spPr>
          <a:xfrm>
            <a:off x="4301173" y="2932588"/>
            <a:ext cx="3596640" cy="3237834"/>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20" name="Content Placeholder 2">
            <a:extLst>
              <a:ext uri="{FF2B5EF4-FFF2-40B4-BE49-F238E27FC236}">
                <a16:creationId xmlns:a16="http://schemas.microsoft.com/office/drawing/2014/main" id="{84391039-2C04-4E8C-9A3D-842DA10322C9}"/>
              </a:ext>
            </a:extLst>
          </p:cNvPr>
          <p:cNvSpPr>
            <a:spLocks noGrp="1"/>
          </p:cNvSpPr>
          <p:nvPr>
            <p:ph idx="11"/>
          </p:nvPr>
        </p:nvSpPr>
        <p:spPr>
          <a:xfrm>
            <a:off x="8042275" y="2932588"/>
            <a:ext cx="3596640" cy="3237834"/>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23" name="Picture Placeholder 11">
            <a:extLst>
              <a:ext uri="{FF2B5EF4-FFF2-40B4-BE49-F238E27FC236}">
                <a16:creationId xmlns:a16="http://schemas.microsoft.com/office/drawing/2014/main" id="{911939B4-4AF2-4F55-A564-0A841C91D6C7}"/>
              </a:ext>
            </a:extLst>
          </p:cNvPr>
          <p:cNvSpPr>
            <a:spLocks noGrp="1"/>
          </p:cNvSpPr>
          <p:nvPr>
            <p:ph type="pic" sz="quarter" idx="19"/>
          </p:nvPr>
        </p:nvSpPr>
        <p:spPr>
          <a:xfrm>
            <a:off x="556665" y="1637983"/>
            <a:ext cx="3596235" cy="1131887"/>
          </a:xfrm>
          <a:prstGeom prst="roundRect">
            <a:avLst>
              <a:gd name="adj" fmla="val 4900"/>
            </a:avLst>
          </a:prstGeom>
          <a:solidFill>
            <a:schemeClr val="accent6"/>
          </a:solidFill>
        </p:spPr>
        <p:txBody>
          <a:bodyPr vert="horz" wrap="square" lIns="0" tIns="0" rIns="0" bIns="0" rtlCol="0" anchor="ctr">
            <a:noAutofit/>
          </a:bodyPr>
          <a:lstStyle>
            <a:lvl1pPr algn="ctr">
              <a:defRPr lang="en-GB" dirty="0"/>
            </a:lvl1pPr>
          </a:lstStyle>
          <a:p>
            <a:pPr marL="0" marR="0" lvl="0" indent="0" algn="ctr" defTabSz="203892"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icon to add picture</a:t>
            </a:r>
          </a:p>
        </p:txBody>
      </p:sp>
      <p:sp>
        <p:nvSpPr>
          <p:cNvPr id="25" name="Picture Placeholder 11">
            <a:extLst>
              <a:ext uri="{FF2B5EF4-FFF2-40B4-BE49-F238E27FC236}">
                <a16:creationId xmlns:a16="http://schemas.microsoft.com/office/drawing/2014/main" id="{A4AFF185-8756-4395-ACE0-C1B1F5CFB72C}"/>
              </a:ext>
            </a:extLst>
          </p:cNvPr>
          <p:cNvSpPr>
            <a:spLocks noGrp="1"/>
          </p:cNvSpPr>
          <p:nvPr>
            <p:ph type="pic" sz="quarter" idx="20"/>
          </p:nvPr>
        </p:nvSpPr>
        <p:spPr>
          <a:xfrm>
            <a:off x="4301578" y="1637983"/>
            <a:ext cx="3596235" cy="1131887"/>
          </a:xfrm>
          <a:prstGeom prst="roundRect">
            <a:avLst>
              <a:gd name="adj" fmla="val 4900"/>
            </a:avLst>
          </a:prstGeom>
          <a:solidFill>
            <a:schemeClr val="accent6"/>
          </a:solidFill>
        </p:spPr>
        <p:txBody>
          <a:bodyPr vert="horz" wrap="square" lIns="0" tIns="0" rIns="0" bIns="0" rtlCol="0" anchor="ctr">
            <a:noAutofit/>
          </a:bodyPr>
          <a:lstStyle>
            <a:lvl1pPr algn="ctr">
              <a:defRPr lang="en-GB" dirty="0"/>
            </a:lvl1pPr>
          </a:lstStyle>
          <a:p>
            <a:pPr lvl="0" algn="ctr"/>
            <a:r>
              <a:rPr lang="en-GB"/>
              <a:t>Click icon to add picture</a:t>
            </a:r>
          </a:p>
        </p:txBody>
      </p:sp>
      <p:sp>
        <p:nvSpPr>
          <p:cNvPr id="26" name="Picture Placeholder 11">
            <a:extLst>
              <a:ext uri="{FF2B5EF4-FFF2-40B4-BE49-F238E27FC236}">
                <a16:creationId xmlns:a16="http://schemas.microsoft.com/office/drawing/2014/main" id="{FB7B692E-E0E6-4F03-9AAC-1A08C22D6E59}"/>
              </a:ext>
            </a:extLst>
          </p:cNvPr>
          <p:cNvSpPr>
            <a:spLocks noGrp="1"/>
          </p:cNvSpPr>
          <p:nvPr>
            <p:ph type="pic" sz="quarter" idx="21"/>
          </p:nvPr>
        </p:nvSpPr>
        <p:spPr>
          <a:xfrm>
            <a:off x="8046490" y="1637983"/>
            <a:ext cx="3596235" cy="1131887"/>
          </a:xfrm>
          <a:prstGeom prst="roundRect">
            <a:avLst>
              <a:gd name="adj" fmla="val 4900"/>
            </a:avLst>
          </a:prstGeom>
          <a:solidFill>
            <a:schemeClr val="accent6"/>
          </a:solidFill>
        </p:spPr>
        <p:txBody>
          <a:bodyPr vert="horz" wrap="square" lIns="0" tIns="0" rIns="0" bIns="0" rtlCol="0" anchor="ctr">
            <a:noAutofit/>
          </a:bodyPr>
          <a:lstStyle>
            <a:lvl1pPr algn="ctr">
              <a:defRPr lang="en-GB" dirty="0"/>
            </a:lvl1pPr>
          </a:lstStyle>
          <a:p>
            <a:pPr lvl="0" algn="ctr"/>
            <a:r>
              <a:rPr lang="en-GB"/>
              <a:t>Click icon to add picture</a:t>
            </a:r>
          </a:p>
        </p:txBody>
      </p:sp>
    </p:spTree>
    <p:extLst>
      <p:ext uri="{BB962C8B-B14F-4D97-AF65-F5344CB8AC3E}">
        <p14:creationId xmlns:p14="http://schemas.microsoft.com/office/powerpoint/2010/main" val="34089207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Numbered Sections">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FE25EAE-49CD-43AF-B523-33F70FB66F07}"/>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14" name="Straight Connector 13">
            <a:extLst>
              <a:ext uri="{FF2B5EF4-FFF2-40B4-BE49-F238E27FC236}">
                <a16:creationId xmlns:a16="http://schemas.microsoft.com/office/drawing/2014/main" id="{3A0C47E3-069D-4F6B-A05D-AA1886AD5F90}"/>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A69B94C1-BEBC-44F2-9D97-8B084733121D}"/>
              </a:ext>
            </a:extLst>
          </p:cNvPr>
          <p:cNvSpPr/>
          <p:nvPr userDrawn="1"/>
        </p:nvSpPr>
        <p:spPr>
          <a:xfrm>
            <a:off x="554354" y="1630363"/>
            <a:ext cx="5471796" cy="4535487"/>
          </a:xfrm>
          <a:prstGeom prst="roundRect">
            <a:avLst>
              <a:gd name="adj" fmla="val 226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5" name="Rectangle: Rounded Corners 14">
            <a:extLst>
              <a:ext uri="{FF2B5EF4-FFF2-40B4-BE49-F238E27FC236}">
                <a16:creationId xmlns:a16="http://schemas.microsoft.com/office/drawing/2014/main" id="{5EA4DBA5-018A-47D8-95A5-CD040BA653DF}"/>
              </a:ext>
            </a:extLst>
          </p:cNvPr>
          <p:cNvSpPr/>
          <p:nvPr userDrawn="1"/>
        </p:nvSpPr>
        <p:spPr>
          <a:xfrm>
            <a:off x="6170929" y="1630363"/>
            <a:ext cx="5471796" cy="4535487"/>
          </a:xfrm>
          <a:prstGeom prst="roundRect">
            <a:avLst>
              <a:gd name="adj" fmla="val 226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20" name="Freeform: Shape 19">
            <a:extLst>
              <a:ext uri="{FF2B5EF4-FFF2-40B4-BE49-F238E27FC236}">
                <a16:creationId xmlns:a16="http://schemas.microsoft.com/office/drawing/2014/main" id="{029DF54E-04B4-4B75-A16B-49F8222E6F96}"/>
              </a:ext>
            </a:extLst>
          </p:cNvPr>
          <p:cNvSpPr/>
          <p:nvPr userDrawn="1"/>
        </p:nvSpPr>
        <p:spPr>
          <a:xfrm>
            <a:off x="554355" y="1630363"/>
            <a:ext cx="686277" cy="4535487"/>
          </a:xfrm>
          <a:custGeom>
            <a:avLst/>
            <a:gdLst>
              <a:gd name="connsiteX0" fmla="*/ 102774 w 686277"/>
              <a:gd name="connsiteY0" fmla="*/ 0 h 4535487"/>
              <a:gd name="connsiteX1" fmla="*/ 686277 w 686277"/>
              <a:gd name="connsiteY1" fmla="*/ 0 h 4535487"/>
              <a:gd name="connsiteX2" fmla="*/ 686277 w 686277"/>
              <a:gd name="connsiteY2" fmla="*/ 4535487 h 4535487"/>
              <a:gd name="connsiteX3" fmla="*/ 102774 w 686277"/>
              <a:gd name="connsiteY3" fmla="*/ 4535487 h 4535487"/>
              <a:gd name="connsiteX4" fmla="*/ 0 w 686277"/>
              <a:gd name="connsiteY4" fmla="*/ 4432713 h 4535487"/>
              <a:gd name="connsiteX5" fmla="*/ 0 w 686277"/>
              <a:gd name="connsiteY5" fmla="*/ 102774 h 4535487"/>
              <a:gd name="connsiteX6" fmla="*/ 102774 w 686277"/>
              <a:gd name="connsiteY6" fmla="*/ 0 h 453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277" h="4535487">
                <a:moveTo>
                  <a:pt x="102774" y="0"/>
                </a:moveTo>
                <a:lnTo>
                  <a:pt x="686277" y="0"/>
                </a:lnTo>
                <a:lnTo>
                  <a:pt x="686277" y="4535487"/>
                </a:lnTo>
                <a:lnTo>
                  <a:pt x="102774" y="4535487"/>
                </a:lnTo>
                <a:cubicBezTo>
                  <a:pt x="46013" y="4535487"/>
                  <a:pt x="0" y="4489474"/>
                  <a:pt x="0" y="4432713"/>
                </a:cubicBezTo>
                <a:lnTo>
                  <a:pt x="0" y="102774"/>
                </a:lnTo>
                <a:cubicBezTo>
                  <a:pt x="0" y="46013"/>
                  <a:pt x="46013" y="0"/>
                  <a:pt x="10277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21" name="Freeform: Shape 20">
            <a:extLst>
              <a:ext uri="{FF2B5EF4-FFF2-40B4-BE49-F238E27FC236}">
                <a16:creationId xmlns:a16="http://schemas.microsoft.com/office/drawing/2014/main" id="{7586AA46-EF95-470A-9AD8-1A758847D594}"/>
              </a:ext>
            </a:extLst>
          </p:cNvPr>
          <p:cNvSpPr/>
          <p:nvPr userDrawn="1"/>
        </p:nvSpPr>
        <p:spPr>
          <a:xfrm>
            <a:off x="6169026" y="1630363"/>
            <a:ext cx="686277" cy="4535487"/>
          </a:xfrm>
          <a:custGeom>
            <a:avLst/>
            <a:gdLst>
              <a:gd name="connsiteX0" fmla="*/ 102774 w 686277"/>
              <a:gd name="connsiteY0" fmla="*/ 0 h 4535487"/>
              <a:gd name="connsiteX1" fmla="*/ 686277 w 686277"/>
              <a:gd name="connsiteY1" fmla="*/ 0 h 4535487"/>
              <a:gd name="connsiteX2" fmla="*/ 686277 w 686277"/>
              <a:gd name="connsiteY2" fmla="*/ 4535487 h 4535487"/>
              <a:gd name="connsiteX3" fmla="*/ 102774 w 686277"/>
              <a:gd name="connsiteY3" fmla="*/ 4535487 h 4535487"/>
              <a:gd name="connsiteX4" fmla="*/ 0 w 686277"/>
              <a:gd name="connsiteY4" fmla="*/ 4432713 h 4535487"/>
              <a:gd name="connsiteX5" fmla="*/ 0 w 686277"/>
              <a:gd name="connsiteY5" fmla="*/ 102774 h 4535487"/>
              <a:gd name="connsiteX6" fmla="*/ 102774 w 686277"/>
              <a:gd name="connsiteY6" fmla="*/ 0 h 453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277" h="4535487">
                <a:moveTo>
                  <a:pt x="102774" y="0"/>
                </a:moveTo>
                <a:lnTo>
                  <a:pt x="686277" y="0"/>
                </a:lnTo>
                <a:lnTo>
                  <a:pt x="686277" y="4535487"/>
                </a:lnTo>
                <a:lnTo>
                  <a:pt x="102774" y="4535487"/>
                </a:lnTo>
                <a:cubicBezTo>
                  <a:pt x="46013" y="4535487"/>
                  <a:pt x="0" y="4489474"/>
                  <a:pt x="0" y="4432713"/>
                </a:cubicBezTo>
                <a:lnTo>
                  <a:pt x="0" y="102774"/>
                </a:lnTo>
                <a:cubicBezTo>
                  <a:pt x="0" y="46013"/>
                  <a:pt x="46013" y="0"/>
                  <a:pt x="102774"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5" name="Text Placeholder 4">
            <a:extLst>
              <a:ext uri="{FF2B5EF4-FFF2-40B4-BE49-F238E27FC236}">
                <a16:creationId xmlns:a16="http://schemas.microsoft.com/office/drawing/2014/main" id="{63A92CFA-A51F-40AF-8004-E0B6498B349D}"/>
              </a:ext>
            </a:extLst>
          </p:cNvPr>
          <p:cNvSpPr>
            <a:spLocks noGrp="1"/>
          </p:cNvSpPr>
          <p:nvPr>
            <p:ph type="body" sz="quarter" idx="10"/>
          </p:nvPr>
        </p:nvSpPr>
        <p:spPr>
          <a:xfrm>
            <a:off x="1489075" y="1801019"/>
            <a:ext cx="4381500" cy="41941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Text Placeholder 4">
            <a:extLst>
              <a:ext uri="{FF2B5EF4-FFF2-40B4-BE49-F238E27FC236}">
                <a16:creationId xmlns:a16="http://schemas.microsoft.com/office/drawing/2014/main" id="{17BD4E6D-47E4-405C-97AE-C8D998952D68}"/>
              </a:ext>
            </a:extLst>
          </p:cNvPr>
          <p:cNvSpPr>
            <a:spLocks noGrp="1"/>
          </p:cNvSpPr>
          <p:nvPr>
            <p:ph type="body" sz="quarter" idx="11"/>
          </p:nvPr>
        </p:nvSpPr>
        <p:spPr>
          <a:xfrm>
            <a:off x="7105650" y="1801019"/>
            <a:ext cx="4381500" cy="41941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3" name="Text Placeholder 22">
            <a:extLst>
              <a:ext uri="{FF2B5EF4-FFF2-40B4-BE49-F238E27FC236}">
                <a16:creationId xmlns:a16="http://schemas.microsoft.com/office/drawing/2014/main" id="{77591F9E-4298-40C9-8AD9-779AD0431654}"/>
              </a:ext>
            </a:extLst>
          </p:cNvPr>
          <p:cNvSpPr>
            <a:spLocks noGrp="1"/>
          </p:cNvSpPr>
          <p:nvPr>
            <p:ph type="body" sz="quarter" idx="12" hasCustomPrompt="1"/>
          </p:nvPr>
        </p:nvSpPr>
        <p:spPr>
          <a:xfrm>
            <a:off x="605126" y="1800400"/>
            <a:ext cx="584734" cy="346075"/>
          </a:xfrm>
        </p:spPr>
        <p:txBody>
          <a:bodyPr anchor="ctr"/>
          <a:lstStyle>
            <a:lvl1pPr algn="ctr">
              <a:defRPr sz="2400" b="0">
                <a:solidFill>
                  <a:schemeClr val="bg1"/>
                </a:solidFill>
              </a:defRPr>
            </a:lvl1pPr>
          </a:lstStyle>
          <a:p>
            <a:pPr lvl="0"/>
            <a:r>
              <a:rPr lang="en-GB"/>
              <a:t>##</a:t>
            </a:r>
          </a:p>
        </p:txBody>
      </p:sp>
      <p:sp>
        <p:nvSpPr>
          <p:cNvPr id="25" name="Text Placeholder 22">
            <a:extLst>
              <a:ext uri="{FF2B5EF4-FFF2-40B4-BE49-F238E27FC236}">
                <a16:creationId xmlns:a16="http://schemas.microsoft.com/office/drawing/2014/main" id="{BEF44BC6-54E1-4D4B-B8B6-4641B9519BFD}"/>
              </a:ext>
            </a:extLst>
          </p:cNvPr>
          <p:cNvSpPr>
            <a:spLocks noGrp="1"/>
          </p:cNvSpPr>
          <p:nvPr>
            <p:ph type="body" sz="quarter" idx="13" hasCustomPrompt="1"/>
          </p:nvPr>
        </p:nvSpPr>
        <p:spPr>
          <a:xfrm>
            <a:off x="6219797" y="1800400"/>
            <a:ext cx="584734" cy="346075"/>
          </a:xfrm>
        </p:spPr>
        <p:txBody>
          <a:bodyPr anchor="ctr"/>
          <a:lstStyle>
            <a:lvl1pPr algn="ctr">
              <a:defRPr sz="2400" b="0">
                <a:solidFill>
                  <a:schemeClr val="bg1"/>
                </a:solidFill>
              </a:defRPr>
            </a:lvl1pPr>
          </a:lstStyle>
          <a:p>
            <a:pPr lvl="0"/>
            <a:r>
              <a:rPr lang="en-GB"/>
              <a:t>##</a:t>
            </a:r>
          </a:p>
        </p:txBody>
      </p:sp>
    </p:spTree>
    <p:extLst>
      <p:ext uri="{BB962C8B-B14F-4D97-AF65-F5344CB8AC3E}">
        <p14:creationId xmlns:p14="http://schemas.microsoft.com/office/powerpoint/2010/main" val="213777074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Numbered Sections">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38BF4A2-4249-4C70-A387-186456123E44}"/>
              </a:ext>
            </a:extLst>
          </p:cNvPr>
          <p:cNvSpPr/>
          <p:nvPr userDrawn="1"/>
        </p:nvSpPr>
        <p:spPr>
          <a:xfrm>
            <a:off x="554354" y="1630363"/>
            <a:ext cx="5471796" cy="2195515"/>
          </a:xfrm>
          <a:prstGeom prst="roundRect">
            <a:avLst>
              <a:gd name="adj" fmla="val 47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3" name="Freeform: Shape 32">
            <a:extLst>
              <a:ext uri="{FF2B5EF4-FFF2-40B4-BE49-F238E27FC236}">
                <a16:creationId xmlns:a16="http://schemas.microsoft.com/office/drawing/2014/main" id="{57B96F70-3901-4A1E-AFAE-C8668131347D}"/>
              </a:ext>
            </a:extLst>
          </p:cNvPr>
          <p:cNvSpPr/>
          <p:nvPr userDrawn="1"/>
        </p:nvSpPr>
        <p:spPr>
          <a:xfrm>
            <a:off x="554354" y="1630363"/>
            <a:ext cx="684374" cy="2195515"/>
          </a:xfrm>
          <a:custGeom>
            <a:avLst/>
            <a:gdLst>
              <a:gd name="connsiteX0" fmla="*/ 104528 w 684374"/>
              <a:gd name="connsiteY0" fmla="*/ 0 h 2195515"/>
              <a:gd name="connsiteX1" fmla="*/ 684374 w 684374"/>
              <a:gd name="connsiteY1" fmla="*/ 0 h 2195515"/>
              <a:gd name="connsiteX2" fmla="*/ 684374 w 684374"/>
              <a:gd name="connsiteY2" fmla="*/ 2195515 h 2195515"/>
              <a:gd name="connsiteX3" fmla="*/ 104528 w 684374"/>
              <a:gd name="connsiteY3" fmla="*/ 2195515 h 2195515"/>
              <a:gd name="connsiteX4" fmla="*/ 0 w 684374"/>
              <a:gd name="connsiteY4" fmla="*/ 2090987 h 2195515"/>
              <a:gd name="connsiteX5" fmla="*/ 0 w 684374"/>
              <a:gd name="connsiteY5" fmla="*/ 104528 h 2195515"/>
              <a:gd name="connsiteX6" fmla="*/ 104528 w 684374"/>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4374" h="2195515">
                <a:moveTo>
                  <a:pt x="104528" y="0"/>
                </a:moveTo>
                <a:lnTo>
                  <a:pt x="684374" y="0"/>
                </a:lnTo>
                <a:lnTo>
                  <a:pt x="684374"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16" name="Rectangle: Rounded Corners 15">
            <a:extLst>
              <a:ext uri="{FF2B5EF4-FFF2-40B4-BE49-F238E27FC236}">
                <a16:creationId xmlns:a16="http://schemas.microsoft.com/office/drawing/2014/main" id="{B65682A8-D697-4B58-9C54-433A51914A59}"/>
              </a:ext>
            </a:extLst>
          </p:cNvPr>
          <p:cNvSpPr/>
          <p:nvPr userDrawn="1"/>
        </p:nvSpPr>
        <p:spPr>
          <a:xfrm>
            <a:off x="6170929" y="1630363"/>
            <a:ext cx="5471796" cy="2195515"/>
          </a:xfrm>
          <a:prstGeom prst="roundRect">
            <a:avLst>
              <a:gd name="adj" fmla="val 47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2" name="Freeform: Shape 31">
            <a:extLst>
              <a:ext uri="{FF2B5EF4-FFF2-40B4-BE49-F238E27FC236}">
                <a16:creationId xmlns:a16="http://schemas.microsoft.com/office/drawing/2014/main" id="{46795A92-CD9F-42D7-AE7F-2AAF9EE15A03}"/>
              </a:ext>
            </a:extLst>
          </p:cNvPr>
          <p:cNvSpPr/>
          <p:nvPr userDrawn="1"/>
        </p:nvSpPr>
        <p:spPr>
          <a:xfrm>
            <a:off x="6170929" y="1630363"/>
            <a:ext cx="684374" cy="2195515"/>
          </a:xfrm>
          <a:custGeom>
            <a:avLst/>
            <a:gdLst>
              <a:gd name="connsiteX0" fmla="*/ 104528 w 684374"/>
              <a:gd name="connsiteY0" fmla="*/ 0 h 2195515"/>
              <a:gd name="connsiteX1" fmla="*/ 684374 w 684374"/>
              <a:gd name="connsiteY1" fmla="*/ 0 h 2195515"/>
              <a:gd name="connsiteX2" fmla="*/ 684374 w 684374"/>
              <a:gd name="connsiteY2" fmla="*/ 2195515 h 2195515"/>
              <a:gd name="connsiteX3" fmla="*/ 104528 w 684374"/>
              <a:gd name="connsiteY3" fmla="*/ 2195515 h 2195515"/>
              <a:gd name="connsiteX4" fmla="*/ 0 w 684374"/>
              <a:gd name="connsiteY4" fmla="*/ 2090987 h 2195515"/>
              <a:gd name="connsiteX5" fmla="*/ 0 w 684374"/>
              <a:gd name="connsiteY5" fmla="*/ 104528 h 2195515"/>
              <a:gd name="connsiteX6" fmla="*/ 104528 w 684374"/>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4374" h="2195515">
                <a:moveTo>
                  <a:pt x="104528" y="0"/>
                </a:moveTo>
                <a:lnTo>
                  <a:pt x="684374" y="0"/>
                </a:lnTo>
                <a:lnTo>
                  <a:pt x="684374"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sz="1400"/>
          </a:p>
        </p:txBody>
      </p:sp>
      <p:sp>
        <p:nvSpPr>
          <p:cNvPr id="13" name="Title 1">
            <a:extLst>
              <a:ext uri="{FF2B5EF4-FFF2-40B4-BE49-F238E27FC236}">
                <a16:creationId xmlns:a16="http://schemas.microsoft.com/office/drawing/2014/main" id="{20AAB75F-98E0-412D-9915-AC88DB8D69E1}"/>
              </a:ext>
            </a:extLst>
          </p:cNvPr>
          <p:cNvSpPr>
            <a:spLocks noGrp="1"/>
          </p:cNvSpPr>
          <p:nvPr>
            <p:ph type="title"/>
          </p:nvPr>
        </p:nvSpPr>
        <p:spPr>
          <a:xfrm>
            <a:off x="554355" y="512763"/>
            <a:ext cx="11088000" cy="792465"/>
          </a:xfrm>
        </p:spPr>
        <p:txBody>
          <a:bodyPr/>
          <a:lstStyle/>
          <a:p>
            <a:r>
              <a:rPr lang="en-GB"/>
              <a:t>Click to edit Master title style</a:t>
            </a:r>
          </a:p>
        </p:txBody>
      </p:sp>
      <p:cxnSp>
        <p:nvCxnSpPr>
          <p:cNvPr id="14" name="Straight Connector 13">
            <a:extLst>
              <a:ext uri="{FF2B5EF4-FFF2-40B4-BE49-F238E27FC236}">
                <a16:creationId xmlns:a16="http://schemas.microsoft.com/office/drawing/2014/main" id="{2C832523-F430-4885-A9AE-3A3E1E8FCC3C}"/>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7" name="Text Placeholder 4">
            <a:extLst>
              <a:ext uri="{FF2B5EF4-FFF2-40B4-BE49-F238E27FC236}">
                <a16:creationId xmlns:a16="http://schemas.microsoft.com/office/drawing/2014/main" id="{1CE12E21-7B47-422F-AE27-4A68936B4C0F}"/>
              </a:ext>
            </a:extLst>
          </p:cNvPr>
          <p:cNvSpPr>
            <a:spLocks noGrp="1"/>
          </p:cNvSpPr>
          <p:nvPr>
            <p:ph type="body" sz="quarter" idx="10"/>
          </p:nvPr>
        </p:nvSpPr>
        <p:spPr>
          <a:xfrm>
            <a:off x="1489075" y="1801020"/>
            <a:ext cx="4381500" cy="183129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Text Placeholder 4">
            <a:extLst>
              <a:ext uri="{FF2B5EF4-FFF2-40B4-BE49-F238E27FC236}">
                <a16:creationId xmlns:a16="http://schemas.microsoft.com/office/drawing/2014/main" id="{F224B68A-803C-4651-89F9-0C1D6DBF590C}"/>
              </a:ext>
            </a:extLst>
          </p:cNvPr>
          <p:cNvSpPr>
            <a:spLocks noGrp="1"/>
          </p:cNvSpPr>
          <p:nvPr>
            <p:ph type="body" sz="quarter" idx="11"/>
          </p:nvPr>
        </p:nvSpPr>
        <p:spPr>
          <a:xfrm>
            <a:off x="7105650" y="1801020"/>
            <a:ext cx="4381500" cy="183129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Text Placeholder 22">
            <a:extLst>
              <a:ext uri="{FF2B5EF4-FFF2-40B4-BE49-F238E27FC236}">
                <a16:creationId xmlns:a16="http://schemas.microsoft.com/office/drawing/2014/main" id="{6949C67E-7D60-434D-B416-D1AEBAD7CE48}"/>
              </a:ext>
            </a:extLst>
          </p:cNvPr>
          <p:cNvSpPr>
            <a:spLocks noGrp="1"/>
          </p:cNvSpPr>
          <p:nvPr>
            <p:ph type="body" sz="quarter" idx="12" hasCustomPrompt="1"/>
          </p:nvPr>
        </p:nvSpPr>
        <p:spPr>
          <a:xfrm>
            <a:off x="605126" y="1800400"/>
            <a:ext cx="584734" cy="346075"/>
          </a:xfrm>
        </p:spPr>
        <p:txBody>
          <a:bodyPr anchor="ctr"/>
          <a:lstStyle>
            <a:lvl1pPr algn="ctr">
              <a:defRPr sz="2400" b="0">
                <a:solidFill>
                  <a:schemeClr val="bg1"/>
                </a:solidFill>
              </a:defRPr>
            </a:lvl1pPr>
          </a:lstStyle>
          <a:p>
            <a:pPr lvl="0"/>
            <a:r>
              <a:rPr lang="en-GB"/>
              <a:t>##</a:t>
            </a:r>
          </a:p>
        </p:txBody>
      </p:sp>
      <p:sp>
        <p:nvSpPr>
          <p:cNvPr id="30" name="Text Placeholder 22">
            <a:extLst>
              <a:ext uri="{FF2B5EF4-FFF2-40B4-BE49-F238E27FC236}">
                <a16:creationId xmlns:a16="http://schemas.microsoft.com/office/drawing/2014/main" id="{44EACF4A-ABD3-476D-A291-F24243781CE5}"/>
              </a:ext>
            </a:extLst>
          </p:cNvPr>
          <p:cNvSpPr>
            <a:spLocks noGrp="1"/>
          </p:cNvSpPr>
          <p:nvPr>
            <p:ph type="body" sz="quarter" idx="13" hasCustomPrompt="1"/>
          </p:nvPr>
        </p:nvSpPr>
        <p:spPr>
          <a:xfrm>
            <a:off x="6219797" y="1800400"/>
            <a:ext cx="584734" cy="346075"/>
          </a:xfrm>
        </p:spPr>
        <p:txBody>
          <a:bodyPr anchor="ctr"/>
          <a:lstStyle>
            <a:lvl1pPr algn="ctr">
              <a:defRPr sz="2400" b="0">
                <a:solidFill>
                  <a:schemeClr val="bg1"/>
                </a:solidFill>
              </a:defRPr>
            </a:lvl1pPr>
          </a:lstStyle>
          <a:p>
            <a:pPr lvl="0"/>
            <a:r>
              <a:rPr lang="en-GB"/>
              <a:t>##</a:t>
            </a:r>
          </a:p>
        </p:txBody>
      </p:sp>
      <p:sp>
        <p:nvSpPr>
          <p:cNvPr id="34" name="Rectangle: Rounded Corners 33">
            <a:extLst>
              <a:ext uri="{FF2B5EF4-FFF2-40B4-BE49-F238E27FC236}">
                <a16:creationId xmlns:a16="http://schemas.microsoft.com/office/drawing/2014/main" id="{11AA2E1C-4A85-4BCF-B07C-43C6BAFD7B58}"/>
              </a:ext>
            </a:extLst>
          </p:cNvPr>
          <p:cNvSpPr/>
          <p:nvPr userDrawn="1"/>
        </p:nvSpPr>
        <p:spPr>
          <a:xfrm>
            <a:off x="554354" y="3970335"/>
            <a:ext cx="5471796" cy="2195515"/>
          </a:xfrm>
          <a:prstGeom prst="roundRect">
            <a:avLst>
              <a:gd name="adj" fmla="val 47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5" name="Freeform: Shape 34">
            <a:extLst>
              <a:ext uri="{FF2B5EF4-FFF2-40B4-BE49-F238E27FC236}">
                <a16:creationId xmlns:a16="http://schemas.microsoft.com/office/drawing/2014/main" id="{4348496C-CF0A-483F-9E69-94F9A8766023}"/>
              </a:ext>
            </a:extLst>
          </p:cNvPr>
          <p:cNvSpPr/>
          <p:nvPr userDrawn="1"/>
        </p:nvSpPr>
        <p:spPr>
          <a:xfrm>
            <a:off x="554354" y="3970335"/>
            <a:ext cx="684374" cy="2195515"/>
          </a:xfrm>
          <a:custGeom>
            <a:avLst/>
            <a:gdLst>
              <a:gd name="connsiteX0" fmla="*/ 104528 w 684374"/>
              <a:gd name="connsiteY0" fmla="*/ 0 h 2195515"/>
              <a:gd name="connsiteX1" fmla="*/ 684374 w 684374"/>
              <a:gd name="connsiteY1" fmla="*/ 0 h 2195515"/>
              <a:gd name="connsiteX2" fmla="*/ 684374 w 684374"/>
              <a:gd name="connsiteY2" fmla="*/ 2195515 h 2195515"/>
              <a:gd name="connsiteX3" fmla="*/ 104528 w 684374"/>
              <a:gd name="connsiteY3" fmla="*/ 2195515 h 2195515"/>
              <a:gd name="connsiteX4" fmla="*/ 0 w 684374"/>
              <a:gd name="connsiteY4" fmla="*/ 2090987 h 2195515"/>
              <a:gd name="connsiteX5" fmla="*/ 0 w 684374"/>
              <a:gd name="connsiteY5" fmla="*/ 104528 h 2195515"/>
              <a:gd name="connsiteX6" fmla="*/ 104528 w 684374"/>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4374" h="2195515">
                <a:moveTo>
                  <a:pt x="104528" y="0"/>
                </a:moveTo>
                <a:lnTo>
                  <a:pt x="684374" y="0"/>
                </a:lnTo>
                <a:lnTo>
                  <a:pt x="684374" y="2195515"/>
                </a:lnTo>
                <a:lnTo>
                  <a:pt x="104528" y="2195515"/>
                </a:lnTo>
                <a:cubicBezTo>
                  <a:pt x="46799" y="2195515"/>
                  <a:pt x="0" y="2148716"/>
                  <a:pt x="0" y="2090987"/>
                </a:cubicBezTo>
                <a:lnTo>
                  <a:pt x="0" y="104528"/>
                </a:lnTo>
                <a:cubicBezTo>
                  <a:pt x="0" y="46799"/>
                  <a:pt x="46799" y="0"/>
                  <a:pt x="104528"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36" name="Rectangle: Rounded Corners 35">
            <a:extLst>
              <a:ext uri="{FF2B5EF4-FFF2-40B4-BE49-F238E27FC236}">
                <a16:creationId xmlns:a16="http://schemas.microsoft.com/office/drawing/2014/main" id="{E1F3B116-57B2-469E-AB45-668DFDA5C9D6}"/>
              </a:ext>
            </a:extLst>
          </p:cNvPr>
          <p:cNvSpPr/>
          <p:nvPr userDrawn="1"/>
        </p:nvSpPr>
        <p:spPr>
          <a:xfrm>
            <a:off x="6170929" y="3970335"/>
            <a:ext cx="5471796" cy="2195515"/>
          </a:xfrm>
          <a:prstGeom prst="roundRect">
            <a:avLst>
              <a:gd name="adj" fmla="val 476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37" name="Freeform: Shape 36">
            <a:extLst>
              <a:ext uri="{FF2B5EF4-FFF2-40B4-BE49-F238E27FC236}">
                <a16:creationId xmlns:a16="http://schemas.microsoft.com/office/drawing/2014/main" id="{1DA8E883-F428-49FC-BE6E-07352EE24210}"/>
              </a:ext>
            </a:extLst>
          </p:cNvPr>
          <p:cNvSpPr/>
          <p:nvPr userDrawn="1"/>
        </p:nvSpPr>
        <p:spPr>
          <a:xfrm>
            <a:off x="6170929" y="3970335"/>
            <a:ext cx="684374" cy="2195515"/>
          </a:xfrm>
          <a:custGeom>
            <a:avLst/>
            <a:gdLst>
              <a:gd name="connsiteX0" fmla="*/ 104528 w 684374"/>
              <a:gd name="connsiteY0" fmla="*/ 0 h 2195515"/>
              <a:gd name="connsiteX1" fmla="*/ 684374 w 684374"/>
              <a:gd name="connsiteY1" fmla="*/ 0 h 2195515"/>
              <a:gd name="connsiteX2" fmla="*/ 684374 w 684374"/>
              <a:gd name="connsiteY2" fmla="*/ 2195515 h 2195515"/>
              <a:gd name="connsiteX3" fmla="*/ 104528 w 684374"/>
              <a:gd name="connsiteY3" fmla="*/ 2195515 h 2195515"/>
              <a:gd name="connsiteX4" fmla="*/ 0 w 684374"/>
              <a:gd name="connsiteY4" fmla="*/ 2090987 h 2195515"/>
              <a:gd name="connsiteX5" fmla="*/ 0 w 684374"/>
              <a:gd name="connsiteY5" fmla="*/ 104528 h 2195515"/>
              <a:gd name="connsiteX6" fmla="*/ 104528 w 684374"/>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4374" h="2195515">
                <a:moveTo>
                  <a:pt x="104528" y="0"/>
                </a:moveTo>
                <a:lnTo>
                  <a:pt x="684374" y="0"/>
                </a:lnTo>
                <a:lnTo>
                  <a:pt x="684374" y="2195515"/>
                </a:lnTo>
                <a:lnTo>
                  <a:pt x="104528" y="2195515"/>
                </a:lnTo>
                <a:cubicBezTo>
                  <a:pt x="46799" y="2195515"/>
                  <a:pt x="0" y="2148716"/>
                  <a:pt x="0" y="2090987"/>
                </a:cubicBezTo>
                <a:lnTo>
                  <a:pt x="0" y="104528"/>
                </a:lnTo>
                <a:cubicBezTo>
                  <a:pt x="0" y="46799"/>
                  <a:pt x="46799" y="0"/>
                  <a:pt x="104528" y="0"/>
                </a:cubicBezTo>
                <a:close/>
              </a:path>
            </a:pathLst>
          </a:custGeom>
          <a:solidFill>
            <a:srgbClr val="4AB9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38" name="Text Placeholder 4">
            <a:extLst>
              <a:ext uri="{FF2B5EF4-FFF2-40B4-BE49-F238E27FC236}">
                <a16:creationId xmlns:a16="http://schemas.microsoft.com/office/drawing/2014/main" id="{FDABCE45-7D49-4FD4-9C5D-6BDEA65EEF67}"/>
              </a:ext>
            </a:extLst>
          </p:cNvPr>
          <p:cNvSpPr>
            <a:spLocks noGrp="1"/>
          </p:cNvSpPr>
          <p:nvPr>
            <p:ph type="body" sz="quarter" idx="14"/>
          </p:nvPr>
        </p:nvSpPr>
        <p:spPr>
          <a:xfrm>
            <a:off x="1489075" y="4140992"/>
            <a:ext cx="4381500" cy="183129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9" name="Text Placeholder 4">
            <a:extLst>
              <a:ext uri="{FF2B5EF4-FFF2-40B4-BE49-F238E27FC236}">
                <a16:creationId xmlns:a16="http://schemas.microsoft.com/office/drawing/2014/main" id="{81DE17ED-8055-4BA9-BF5F-7F43C588ED6E}"/>
              </a:ext>
            </a:extLst>
          </p:cNvPr>
          <p:cNvSpPr>
            <a:spLocks noGrp="1"/>
          </p:cNvSpPr>
          <p:nvPr>
            <p:ph type="body" sz="quarter" idx="15"/>
          </p:nvPr>
        </p:nvSpPr>
        <p:spPr>
          <a:xfrm>
            <a:off x="7105650" y="4140992"/>
            <a:ext cx="4381500" cy="183129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0" name="Text Placeholder 22">
            <a:extLst>
              <a:ext uri="{FF2B5EF4-FFF2-40B4-BE49-F238E27FC236}">
                <a16:creationId xmlns:a16="http://schemas.microsoft.com/office/drawing/2014/main" id="{02C7C153-DA40-4613-8167-F11EF5E36B3B}"/>
              </a:ext>
            </a:extLst>
          </p:cNvPr>
          <p:cNvSpPr>
            <a:spLocks noGrp="1"/>
          </p:cNvSpPr>
          <p:nvPr>
            <p:ph type="body" sz="quarter" idx="16" hasCustomPrompt="1"/>
          </p:nvPr>
        </p:nvSpPr>
        <p:spPr>
          <a:xfrm>
            <a:off x="605126" y="4140372"/>
            <a:ext cx="584734" cy="346075"/>
          </a:xfrm>
        </p:spPr>
        <p:txBody>
          <a:bodyPr anchor="ctr"/>
          <a:lstStyle>
            <a:lvl1pPr algn="ctr">
              <a:defRPr sz="2400" b="0">
                <a:solidFill>
                  <a:schemeClr val="bg1"/>
                </a:solidFill>
              </a:defRPr>
            </a:lvl1pPr>
          </a:lstStyle>
          <a:p>
            <a:pPr lvl="0"/>
            <a:r>
              <a:rPr lang="en-GB"/>
              <a:t>##</a:t>
            </a:r>
          </a:p>
        </p:txBody>
      </p:sp>
      <p:sp>
        <p:nvSpPr>
          <p:cNvPr id="41" name="Text Placeholder 22">
            <a:extLst>
              <a:ext uri="{FF2B5EF4-FFF2-40B4-BE49-F238E27FC236}">
                <a16:creationId xmlns:a16="http://schemas.microsoft.com/office/drawing/2014/main" id="{6BBE5E78-188C-4A10-B21B-C772A22F133C}"/>
              </a:ext>
            </a:extLst>
          </p:cNvPr>
          <p:cNvSpPr>
            <a:spLocks noGrp="1"/>
          </p:cNvSpPr>
          <p:nvPr>
            <p:ph type="body" sz="quarter" idx="17" hasCustomPrompt="1"/>
          </p:nvPr>
        </p:nvSpPr>
        <p:spPr>
          <a:xfrm>
            <a:off x="6219797" y="4140372"/>
            <a:ext cx="584734" cy="346075"/>
          </a:xfrm>
        </p:spPr>
        <p:txBody>
          <a:bodyPr anchor="ctr"/>
          <a:lstStyle>
            <a:lvl1pPr algn="ctr">
              <a:defRPr sz="2400" b="0">
                <a:solidFill>
                  <a:schemeClr val="bg1"/>
                </a:solidFill>
              </a:defRPr>
            </a:lvl1pPr>
          </a:lstStyle>
          <a:p>
            <a:pPr lvl="0"/>
            <a:r>
              <a:rPr lang="en-GB"/>
              <a:t>##</a:t>
            </a:r>
          </a:p>
        </p:txBody>
      </p:sp>
    </p:spTree>
    <p:extLst>
      <p:ext uri="{BB962C8B-B14F-4D97-AF65-F5344CB8AC3E}">
        <p14:creationId xmlns:p14="http://schemas.microsoft.com/office/powerpoint/2010/main" val="363911982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6FDCFA3-9581-4F5B-985C-33BCD71CC195}"/>
              </a:ext>
            </a:extLst>
          </p:cNvPr>
          <p:cNvSpPr>
            <a:spLocks noGrp="1"/>
          </p:cNvSpPr>
          <p:nvPr>
            <p:ph type="pic" sz="quarter" idx="22"/>
          </p:nvPr>
        </p:nvSpPr>
        <p:spPr>
          <a:xfrm>
            <a:off x="0" y="0"/>
            <a:ext cx="12195175" cy="6859588"/>
          </a:xfrm>
          <a:solidFill>
            <a:schemeClr val="accent5"/>
          </a:solidFill>
        </p:spPr>
        <p:txBody>
          <a:bodyPr lIns="40918" tIns="40918" rIns="40918" bIns="40918" anchor="ctr">
            <a:normAutofit/>
          </a:bodyPr>
          <a:lstStyle>
            <a:lvl1pPr algn="ctr">
              <a:lnSpc>
                <a:spcPct val="100000"/>
              </a:lnSpc>
              <a:spcAft>
                <a:spcPts val="0"/>
              </a:spcAft>
              <a:defRPr sz="1800">
                <a:solidFill>
                  <a:schemeClr val="bg1"/>
                </a:solidFill>
              </a:defRPr>
            </a:lvl1pPr>
          </a:lstStyle>
          <a:p>
            <a:endParaRPr lang="en-GB"/>
          </a:p>
        </p:txBody>
      </p:sp>
    </p:spTree>
    <p:extLst>
      <p:ext uri="{BB962C8B-B14F-4D97-AF65-F5344CB8AC3E}">
        <p14:creationId xmlns:p14="http://schemas.microsoft.com/office/powerpoint/2010/main" val="133874815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eft Image &amp; Quot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C8A702-05C1-466F-9696-79C1B367F9AA}"/>
              </a:ext>
            </a:extLst>
          </p:cNvPr>
          <p:cNvSpPr>
            <a:spLocks noGrp="1"/>
          </p:cNvSpPr>
          <p:nvPr>
            <p:ph type="body" sz="quarter" idx="22"/>
          </p:nvPr>
        </p:nvSpPr>
        <p:spPr>
          <a:xfrm>
            <a:off x="6777427" y="1535113"/>
            <a:ext cx="4672012" cy="3155950"/>
          </a:xfrm>
        </p:spPr>
        <p:txBody>
          <a:bodyPr anchor="ct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9" name="Text Placeholder 2">
            <a:extLst>
              <a:ext uri="{FF2B5EF4-FFF2-40B4-BE49-F238E27FC236}">
                <a16:creationId xmlns:a16="http://schemas.microsoft.com/office/drawing/2014/main" id="{0B5F9FB9-8CC1-4CE8-A91F-FCE2CD2C692F}"/>
              </a:ext>
            </a:extLst>
          </p:cNvPr>
          <p:cNvSpPr>
            <a:spLocks noGrp="1"/>
          </p:cNvSpPr>
          <p:nvPr>
            <p:ph type="body" sz="quarter" idx="23"/>
          </p:nvPr>
        </p:nvSpPr>
        <p:spPr>
          <a:xfrm>
            <a:off x="6777427" y="4729606"/>
            <a:ext cx="4672012" cy="614657"/>
          </a:xfrm>
        </p:spPr>
        <p:txBody>
          <a:bodyPr anchor="ctr"/>
          <a:lstStyle>
            <a:lvl1pPr>
              <a:defRPr lang="en-GB" sz="1400" b="0" kern="1200" cap="none" baseline="0" noProof="0" dirty="0">
                <a:solidFill>
                  <a:schemeClr val="accent4"/>
                </a:solidFill>
                <a:latin typeface="+mn-lt"/>
                <a:ea typeface="+mn-ea"/>
                <a:cs typeface="+mn-cs"/>
              </a:defRPr>
            </a:lvl1pPr>
          </a:lstStyle>
          <a:p>
            <a:pPr marL="0" lvl="0" indent="0" algn="l" defTabSz="203892" rtl="0" eaLnBrk="1" latinLnBrk="0" hangingPunct="1">
              <a:lnSpc>
                <a:spcPct val="100000"/>
              </a:lnSpc>
              <a:spcBef>
                <a:spcPts val="0"/>
              </a:spcBef>
              <a:spcAft>
                <a:spcPts val="600"/>
              </a:spcAft>
              <a:buClrTx/>
              <a:buFont typeface="Arial" panose="020B0604020202020204" pitchFamily="34" charset="0"/>
              <a:buNone/>
            </a:pPr>
            <a:r>
              <a:rPr lang="en-GB" noProof="0"/>
              <a:t>Click to edit Master text styles</a:t>
            </a:r>
            <a:endParaRPr lang="en-GB"/>
          </a:p>
        </p:txBody>
      </p:sp>
      <p:sp>
        <p:nvSpPr>
          <p:cNvPr id="6" name="Picture Placeholder 11">
            <a:extLst>
              <a:ext uri="{FF2B5EF4-FFF2-40B4-BE49-F238E27FC236}">
                <a16:creationId xmlns:a16="http://schemas.microsoft.com/office/drawing/2014/main" id="{7EB83C3C-2A77-4E10-94AE-237369138EB8}"/>
              </a:ext>
            </a:extLst>
          </p:cNvPr>
          <p:cNvSpPr>
            <a:spLocks noGrp="1"/>
          </p:cNvSpPr>
          <p:nvPr>
            <p:ph type="pic" sz="quarter" idx="19"/>
          </p:nvPr>
        </p:nvSpPr>
        <p:spPr>
          <a:xfrm>
            <a:off x="556261" y="697954"/>
            <a:ext cx="5469889" cy="5472110"/>
          </a:xfrm>
          <a:prstGeom prst="roundRect">
            <a:avLst>
              <a:gd name="adj" fmla="val 1534"/>
            </a:avLst>
          </a:prstGeom>
          <a:solidFill>
            <a:schemeClr val="accent6"/>
          </a:solidFill>
        </p:spPr>
        <p:txBody>
          <a:bodyPr vert="horz" wrap="square" lIns="0" tIns="0" rIns="0" bIns="0" rtlCol="0" anchor="ctr">
            <a:noAutofit/>
          </a:bodyPr>
          <a:lstStyle>
            <a:lvl1pPr algn="ctr">
              <a:defRPr lang="en-GB" dirty="0"/>
            </a:lvl1pPr>
          </a:lstStyle>
          <a:p>
            <a:pPr marL="0" marR="0" lvl="0" indent="0" algn="ctr" defTabSz="203892"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icon to add picture</a:t>
            </a:r>
          </a:p>
        </p:txBody>
      </p:sp>
    </p:spTree>
    <p:extLst>
      <p:ext uri="{BB962C8B-B14F-4D97-AF65-F5344CB8AC3E}">
        <p14:creationId xmlns:p14="http://schemas.microsoft.com/office/powerpoint/2010/main" val="52840859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ight Image &amp; Quote">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FBDA5FB-4C71-443D-8793-BDC2C3033730}"/>
              </a:ext>
            </a:extLst>
          </p:cNvPr>
          <p:cNvSpPr>
            <a:spLocks noGrp="1"/>
          </p:cNvSpPr>
          <p:nvPr>
            <p:ph type="body" sz="quarter" idx="22"/>
          </p:nvPr>
        </p:nvSpPr>
        <p:spPr>
          <a:xfrm>
            <a:off x="737767" y="1535113"/>
            <a:ext cx="4672012" cy="3155950"/>
          </a:xfrm>
        </p:spPr>
        <p:txBody>
          <a:bodyPr anchor="ct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9" name="Text Placeholder 2">
            <a:extLst>
              <a:ext uri="{FF2B5EF4-FFF2-40B4-BE49-F238E27FC236}">
                <a16:creationId xmlns:a16="http://schemas.microsoft.com/office/drawing/2014/main" id="{1099938B-35CB-409A-85BE-CEC2A3A7C71D}"/>
              </a:ext>
            </a:extLst>
          </p:cNvPr>
          <p:cNvSpPr>
            <a:spLocks noGrp="1"/>
          </p:cNvSpPr>
          <p:nvPr>
            <p:ph type="body" sz="quarter" idx="23"/>
          </p:nvPr>
        </p:nvSpPr>
        <p:spPr>
          <a:xfrm>
            <a:off x="737767" y="4729606"/>
            <a:ext cx="4672012" cy="614657"/>
          </a:xfrm>
        </p:spPr>
        <p:txBody>
          <a:bodyPr anchor="ctr"/>
          <a:lstStyle>
            <a:lvl1pPr>
              <a:defRPr b="0">
                <a:solidFill>
                  <a:schemeClr val="accent4"/>
                </a:solidFill>
              </a:defRPr>
            </a:lvl1pPr>
          </a:lstStyle>
          <a:p>
            <a:pPr lvl="0"/>
            <a:r>
              <a:rPr lang="en-GB" noProof="0"/>
              <a:t>Click to edit Master text styles</a:t>
            </a:r>
            <a:endParaRPr lang="en-GB"/>
          </a:p>
        </p:txBody>
      </p:sp>
      <p:sp>
        <p:nvSpPr>
          <p:cNvPr id="6" name="Picture Placeholder 11">
            <a:extLst>
              <a:ext uri="{FF2B5EF4-FFF2-40B4-BE49-F238E27FC236}">
                <a16:creationId xmlns:a16="http://schemas.microsoft.com/office/drawing/2014/main" id="{DB342D35-F6DC-44E1-9BEF-AEF703AA1DB4}"/>
              </a:ext>
            </a:extLst>
          </p:cNvPr>
          <p:cNvSpPr>
            <a:spLocks noGrp="1"/>
          </p:cNvSpPr>
          <p:nvPr>
            <p:ph type="pic" sz="quarter" idx="19"/>
          </p:nvPr>
        </p:nvSpPr>
        <p:spPr>
          <a:xfrm>
            <a:off x="6169025" y="697954"/>
            <a:ext cx="5469889" cy="5472110"/>
          </a:xfrm>
          <a:prstGeom prst="roundRect">
            <a:avLst>
              <a:gd name="adj" fmla="val 1534"/>
            </a:avLst>
          </a:prstGeom>
          <a:solidFill>
            <a:schemeClr val="accent6"/>
          </a:solidFill>
        </p:spPr>
        <p:txBody>
          <a:bodyPr vert="horz" wrap="square" lIns="0" tIns="0" rIns="0" bIns="0" rtlCol="0" anchor="ctr">
            <a:noAutofit/>
          </a:bodyPr>
          <a:lstStyle>
            <a:lvl1pPr algn="ctr">
              <a:defRPr lang="en-GB" dirty="0"/>
            </a:lvl1pPr>
          </a:lstStyle>
          <a:p>
            <a:pPr marL="0" marR="0" lvl="0" indent="0" algn="ctr" defTabSz="203892"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icon to add picture</a:t>
            </a:r>
          </a:p>
        </p:txBody>
      </p:sp>
    </p:spTree>
    <p:extLst>
      <p:ext uri="{BB962C8B-B14F-4D97-AF65-F5344CB8AC3E}">
        <p14:creationId xmlns:p14="http://schemas.microsoft.com/office/powerpoint/2010/main" val="232850983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B443EEA-87F0-4E5C-8B49-91D3CAD2130D}"/>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8" name="Straight Connector 7">
            <a:extLst>
              <a:ext uri="{FF2B5EF4-FFF2-40B4-BE49-F238E27FC236}">
                <a16:creationId xmlns:a16="http://schemas.microsoft.com/office/drawing/2014/main" id="{973CB7B5-6736-435E-8AC5-AD73BFCB85DD}"/>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79421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Dark">
    <p:bg>
      <p:bgPr>
        <a:solidFill>
          <a:schemeClr val="accent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B443EEA-87F0-4E5C-8B49-91D3CAD2130D}"/>
              </a:ext>
            </a:extLst>
          </p:cNvPr>
          <p:cNvSpPr>
            <a:spLocks noGrp="1"/>
          </p:cNvSpPr>
          <p:nvPr>
            <p:ph type="title"/>
          </p:nvPr>
        </p:nvSpPr>
        <p:spPr>
          <a:xfrm>
            <a:off x="554355" y="512763"/>
            <a:ext cx="11088370" cy="792465"/>
          </a:xfrm>
        </p:spPr>
        <p:txBody>
          <a:bodyPr/>
          <a:lstStyle>
            <a:lvl1pPr>
              <a:defRPr>
                <a:solidFill>
                  <a:schemeClr val="bg1"/>
                </a:solidFill>
              </a:defRPr>
            </a:lvl1pPr>
          </a:lstStyle>
          <a:p>
            <a:r>
              <a:rPr lang="en-GB"/>
              <a:t>Click to edit Master title style</a:t>
            </a:r>
          </a:p>
        </p:txBody>
      </p:sp>
      <p:cxnSp>
        <p:nvCxnSpPr>
          <p:cNvPr id="8" name="Straight Connector 7">
            <a:extLst>
              <a:ext uri="{FF2B5EF4-FFF2-40B4-BE49-F238E27FC236}">
                <a16:creationId xmlns:a16="http://schemas.microsoft.com/office/drawing/2014/main" id="{973CB7B5-6736-435E-8AC5-AD73BFCB85DD}"/>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576080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3197567"/>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 Dark">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578564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24" name="shpShading">
            <a:extLst>
              <a:ext uri="{FF2B5EF4-FFF2-40B4-BE49-F238E27FC236}">
                <a16:creationId xmlns:a16="http://schemas.microsoft.com/office/drawing/2014/main" id="{6FFE6848-84C4-420B-B98C-9302375B7C9D}"/>
              </a:ext>
            </a:extLst>
          </p:cNvPr>
          <p:cNvSpPr/>
          <p:nvPr userDrawn="1"/>
        </p:nvSpPr>
        <p:spPr>
          <a:xfrm>
            <a:off x="8474149" y="0"/>
            <a:ext cx="3721026"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3931" tIns="51965" rIns="103931" bIns="51965" rtlCol="0" anchor="ctr"/>
          <a:lstStyle/>
          <a:p>
            <a:pPr algn="ctr"/>
            <a:endParaRPr lang="en-GB"/>
          </a:p>
        </p:txBody>
      </p:sp>
      <p:pic>
        <p:nvPicPr>
          <p:cNvPr id="25" name="Graphic 24">
            <a:extLst>
              <a:ext uri="{FF2B5EF4-FFF2-40B4-BE49-F238E27FC236}">
                <a16:creationId xmlns:a16="http://schemas.microsoft.com/office/drawing/2014/main" id="{77FDF551-A5B3-408F-A200-178A7EA08E0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850563" y="700776"/>
            <a:ext cx="792162" cy="699572"/>
          </a:xfrm>
          <a:prstGeom prst="rect">
            <a:avLst/>
          </a:prstGeom>
        </p:spPr>
      </p:pic>
      <p:pic>
        <p:nvPicPr>
          <p:cNvPr id="57" name="picLogoLight" hidden="1">
            <a:extLst>
              <a:ext uri="{FF2B5EF4-FFF2-40B4-BE49-F238E27FC236}">
                <a16:creationId xmlns:a16="http://schemas.microsoft.com/office/drawing/2014/main" id="{B2942888-CD23-457D-9EA4-62C68C207438}"/>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10896093" y="584640"/>
            <a:ext cx="619200" cy="565021"/>
          </a:xfrm>
          <a:prstGeom prst="rect">
            <a:avLst/>
          </a:prstGeom>
        </p:spPr>
      </p:pic>
      <p:sp>
        <p:nvSpPr>
          <p:cNvPr id="14" name="txtDetails5">
            <a:extLst>
              <a:ext uri="{FF2B5EF4-FFF2-40B4-BE49-F238E27FC236}">
                <a16:creationId xmlns:a16="http://schemas.microsoft.com/office/drawing/2014/main" id="{11E204E2-083B-8BE4-737E-FE0992923490}"/>
              </a:ext>
            </a:extLst>
          </p:cNvPr>
          <p:cNvSpPr txBox="1">
            <a:spLocks noChangeArrowheads="1"/>
          </p:cNvSpPr>
          <p:nvPr userDrawn="1"/>
        </p:nvSpPr>
        <p:spPr bwMode="auto">
          <a:xfrm>
            <a:off x="8824983" y="4411255"/>
            <a:ext cx="2592000" cy="361637"/>
          </a:xfrm>
          <a:prstGeom prst="rect">
            <a:avLst/>
          </a:prstGeom>
          <a:noFill/>
          <a:ln>
            <a:noFill/>
          </a:ln>
          <a:extLst>
            <a:ext uri="{909E8E84-426E-40dd-AFC4-6F175D3DCCD1}">
              <a14:hiddenFill xmlns="" xmlns:asvg="http://schemas.microsoft.com/office/drawing/2016/SVG/main" xmlns:a14="http://schemas.microsoft.com/office/drawing/2010/main" xmlns:p15="http://schemas.microsoft.com/office/powerpoint/2012/main" xmlns:p14="http://schemas.microsoft.com/office/powerpoint/2010/main" xmlns:ahyp="http://schemas.microsoft.com/office/drawing/2018/hyperlinkcolor" xmlns:a16="http://schemas.microsoft.com/office/drawing/2014/main">
                <a:solidFill>
                  <a:srgbClr val="FFFFFF"/>
                </a:solidFill>
              </a14:hiddenFill>
            </a:ext>
            <a:ext uri="{91240B29-F687-4f45-9708-019B960494DF}">
              <a14:hiddenLine xmlns="" xmlns:asvg="http://schemas.microsoft.com/office/drawing/2016/SVG/main" xmlns:a14="http://schemas.microsoft.com/office/drawing/2010/main" xmlns:p15="http://schemas.microsoft.com/office/powerpoint/2012/main" xmlns:p14="http://schemas.microsoft.com/office/powerpoint/2010/main" xmlns:ahyp="http://schemas.microsoft.com/office/drawing/2018/hyperlinkcolor" xmlns:a16="http://schemas.microsoft.com/office/drawing/2014/main" w="9525">
                <a:solidFill>
                  <a:srgbClr val="000000"/>
                </a:solidFill>
                <a:miter lim="800000"/>
                <a:headEnd/>
                <a:tailEnd/>
              </a14:hiddenLine>
            </a:ext>
          </a:extLst>
        </p:spPr>
        <p:txBody>
          <a:bodyPr wrap="square" lIns="0" tIns="0" rIns="0" bIns="0" anchor="b" anchorCtr="0">
            <a:spAutoFit/>
          </a:bodyPr>
          <a:lstStyle>
            <a:defPPr>
              <a:defRPr lang="en-GB"/>
            </a:defPPr>
            <a:lvl1pPr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1pPr>
            <a:lvl2pPr marL="4572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2pPr>
            <a:lvl3pPr marL="9144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3pPr>
            <a:lvl4pPr marL="13716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4pPr>
            <a:lvl5pPr marL="18288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5pPr>
            <a:lvl6pPr marL="2286000" algn="l" defTabSz="914400" rtl="0" eaLnBrk="1" latinLnBrk="0" hangingPunct="1">
              <a:defRPr sz="1400" kern="1200">
                <a:solidFill>
                  <a:srgbClr val="737377"/>
                </a:solidFill>
                <a:latin typeface="Arial" charset="0"/>
                <a:ea typeface="+mn-ea"/>
                <a:cs typeface="+mn-cs"/>
              </a:defRPr>
            </a:lvl6pPr>
            <a:lvl7pPr marL="2743200" algn="l" defTabSz="914400" rtl="0" eaLnBrk="1" latinLnBrk="0" hangingPunct="1">
              <a:defRPr sz="1400" kern="1200">
                <a:solidFill>
                  <a:srgbClr val="737377"/>
                </a:solidFill>
                <a:latin typeface="Arial" charset="0"/>
                <a:ea typeface="+mn-ea"/>
                <a:cs typeface="+mn-cs"/>
              </a:defRPr>
            </a:lvl7pPr>
            <a:lvl8pPr marL="3200400" algn="l" defTabSz="914400" rtl="0" eaLnBrk="1" latinLnBrk="0" hangingPunct="1">
              <a:defRPr sz="1400" kern="1200">
                <a:solidFill>
                  <a:srgbClr val="737377"/>
                </a:solidFill>
                <a:latin typeface="Arial" charset="0"/>
                <a:ea typeface="+mn-ea"/>
                <a:cs typeface="+mn-cs"/>
              </a:defRPr>
            </a:lvl8pPr>
            <a:lvl9pPr marL="3657600" algn="l" defTabSz="914400" rtl="0" eaLnBrk="1" latinLnBrk="0" hangingPunct="1">
              <a:defRPr sz="1400" kern="1200">
                <a:solidFill>
                  <a:srgbClr val="737377"/>
                </a:solidFill>
                <a:latin typeface="Arial" charset="0"/>
                <a:ea typeface="+mn-ea"/>
                <a:cs typeface="+mn-cs"/>
              </a:defRPr>
            </a:lvl9pPr>
          </a:lstStyle>
          <a:p>
            <a:pPr algn="l" rtl="0">
              <a:spcBef>
                <a:spcPts val="0"/>
              </a:spcBef>
              <a:spcAft>
                <a:spcPts val="900"/>
              </a:spcAft>
            </a:pPr>
            <a:r>
              <a:rPr lang="en-GB" sz="800" b="1" i="0" u="none" strike="noStrike" kern="1200" baseline="0">
                <a:solidFill>
                  <a:schemeClr val="accent5"/>
                </a:solidFill>
                <a:latin typeface="Arial" charset="0"/>
                <a:ea typeface="+mn-ea"/>
                <a:cs typeface="+mn-cs"/>
              </a:rPr>
              <a:t>paconsulting.com</a:t>
            </a:r>
            <a:endParaRPr lang="en-GB"/>
          </a:p>
          <a:p>
            <a:pPr algn="l" rtl="0">
              <a:spcBef>
                <a:spcPts val="0"/>
              </a:spcBef>
            </a:pPr>
            <a:r>
              <a:rPr lang="en-GB" sz="800" b="1" i="0" u="none" strike="noStrike" kern="1200" baseline="0">
                <a:solidFill>
                  <a:schemeClr val="accent5"/>
                </a:solidFill>
                <a:latin typeface="Arial" charset="0"/>
                <a:ea typeface="+mn-ea"/>
                <a:cs typeface="+mn-cs"/>
              </a:rPr>
              <a:t>All rights reserved © PA Knowledge Limited 2025</a:t>
            </a:r>
            <a:endParaRPr lang="en-GB"/>
          </a:p>
        </p:txBody>
      </p:sp>
      <p:sp>
        <p:nvSpPr>
          <p:cNvPr id="15" name="OfficeName" descr="{&quot;templafy&quot;:{&quot;id&quot;:&quot;b8c87dc1-b275-494f-8097-723c27932aa7&quot;}}">
            <a:extLst>
              <a:ext uri="{FF2B5EF4-FFF2-40B4-BE49-F238E27FC236}">
                <a16:creationId xmlns:a16="http://schemas.microsoft.com/office/drawing/2014/main" id="{B584A4AE-89E3-E9CE-6BAB-1487A7C6C289}"/>
              </a:ext>
            </a:extLst>
          </p:cNvPr>
          <p:cNvSpPr/>
          <p:nvPr userDrawn="1"/>
        </p:nvSpPr>
        <p:spPr>
          <a:xfrm>
            <a:off x="8824984" y="1534670"/>
            <a:ext cx="2592000"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pPr algn="l"/>
            <a:r>
              <a:rPr lang="en-GB" sz="800" b="1">
                <a:solidFill>
                  <a:schemeClr val="bg1"/>
                </a:solidFill>
              </a:rPr>
              <a:t>Corporate Headquarters</a:t>
            </a:r>
          </a:p>
        </p:txBody>
      </p:sp>
      <p:sp>
        <p:nvSpPr>
          <p:cNvPr id="17" name="Disclaimer1" descr="{&quot;templafy&quot;:{&quot;id&quot;:&quot;208c9315-754e-4303-a18a-155ada6588e5&quot;}}">
            <a:extLst>
              <a:ext uri="{FF2B5EF4-FFF2-40B4-BE49-F238E27FC236}">
                <a16:creationId xmlns:a16="http://schemas.microsoft.com/office/drawing/2014/main" id="{32CA410F-2F8F-D647-36B7-E066817EA6CB}"/>
              </a:ext>
            </a:extLst>
          </p:cNvPr>
          <p:cNvSpPr/>
          <p:nvPr userDrawn="1"/>
        </p:nvSpPr>
        <p:spPr>
          <a:xfrm>
            <a:off x="8824984" y="4165525"/>
            <a:ext cx="2592000"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p>
            <a:pPr algn="l"/>
            <a:endParaRPr lang="en-GB" sz="800" b="0">
              <a:solidFill>
                <a:schemeClr val="bg1"/>
              </a:solidFill>
            </a:endParaRPr>
          </a:p>
        </p:txBody>
      </p:sp>
      <p:sp>
        <p:nvSpPr>
          <p:cNvPr id="18" name="Disclaimer2" descr="{&quot;templafy&quot;:{&quot;id&quot;:&quot;bf1ef39c-f28a-41e7-8213-63ed5d5c0935&quot;}}">
            <a:extLst>
              <a:ext uri="{FF2B5EF4-FFF2-40B4-BE49-F238E27FC236}">
                <a16:creationId xmlns:a16="http://schemas.microsoft.com/office/drawing/2014/main" id="{BE665671-15A8-8F7C-DFB9-BC6BD5FB40EC}"/>
              </a:ext>
            </a:extLst>
          </p:cNvPr>
          <p:cNvSpPr/>
          <p:nvPr userDrawn="1"/>
        </p:nvSpPr>
        <p:spPr>
          <a:xfrm>
            <a:off x="8824984" y="4895020"/>
            <a:ext cx="2592000"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pPr algn="l"/>
            <a:r>
              <a:rPr lang="en-GB" sz="800" b="0">
                <a:solidFill>
                  <a:schemeClr val="bg1"/>
                </a:solidFill>
              </a:rPr>
              <a:t>This document is confidential to PA Consulting Group and may not be reproduced, stored in a retrieval system, or transmitted in any form or by any means, electronic, mechanical or otherwise, without the prior written permission of PA Consulting Group. In the event that you receive this document in error, you should return it to PA Consulting Group, 10 Bressenden Place, London, SW1E 5DN. PA Consulting Group accepts no liability whatsoever should an unauthorised recipient of this report act on its contents.</a:t>
            </a:r>
          </a:p>
        </p:txBody>
      </p:sp>
      <p:sp>
        <p:nvSpPr>
          <p:cNvPr id="19" name="txtMTD" descr="{&quot;templafy&quot;:{&quot;id&quot;:&quot;6646546a-75b4-4589-8bb7-60d82a2fc69d&quot;}}">
            <a:extLst>
              <a:ext uri="{FF2B5EF4-FFF2-40B4-BE49-F238E27FC236}">
                <a16:creationId xmlns:a16="http://schemas.microsoft.com/office/drawing/2014/main" id="{042B07BD-2084-4A86-9287-02698B0FBBD3}"/>
              </a:ext>
            </a:extLst>
          </p:cNvPr>
          <p:cNvSpPr/>
          <p:nvPr userDrawn="1"/>
        </p:nvSpPr>
        <p:spPr>
          <a:xfrm>
            <a:off x="552449" y="3709835"/>
            <a:ext cx="6211207" cy="2038042"/>
          </a:xfrm>
          <a:prstGeom prst="rect">
            <a:avLst/>
          </a:prstGeom>
        </p:spPr>
        <p:txBody>
          <a:bodyPr wrap="square" lIns="0" tIns="0" rIns="0" bIns="0" anchor="t">
            <a:noAutofit/>
          </a:bodyPr>
          <a:lstStyle>
            <a:defPPr>
              <a:defRPr lang="en-GB"/>
            </a:defPPr>
            <a:lvl1pPr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1pPr>
            <a:lvl2pPr marL="4572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2pPr>
            <a:lvl3pPr marL="9144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3pPr>
            <a:lvl4pPr marL="13716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4pPr>
            <a:lvl5pPr marL="1828800" algn="ctr" rtl="0" eaLnBrk="0" fontAlgn="base" hangingPunct="0">
              <a:spcBef>
                <a:spcPct val="50000"/>
              </a:spcBef>
              <a:spcAft>
                <a:spcPct val="0"/>
              </a:spcAft>
              <a:buClr>
                <a:schemeClr val="tx2"/>
              </a:buClr>
              <a:buFont typeface="Symbol" pitchFamily="18" charset="2"/>
              <a:defRPr sz="1400" kern="1200">
                <a:solidFill>
                  <a:srgbClr val="737377"/>
                </a:solidFill>
                <a:latin typeface="Arial" charset="0"/>
                <a:ea typeface="+mn-ea"/>
                <a:cs typeface="+mn-cs"/>
              </a:defRPr>
            </a:lvl5pPr>
            <a:lvl6pPr marL="2286000" algn="l" defTabSz="914400" rtl="0" eaLnBrk="1" latinLnBrk="0" hangingPunct="1">
              <a:defRPr sz="1400" kern="1200">
                <a:solidFill>
                  <a:srgbClr val="737377"/>
                </a:solidFill>
                <a:latin typeface="Arial" charset="0"/>
                <a:ea typeface="+mn-ea"/>
                <a:cs typeface="+mn-cs"/>
              </a:defRPr>
            </a:lvl6pPr>
            <a:lvl7pPr marL="2743200" algn="l" defTabSz="914400" rtl="0" eaLnBrk="1" latinLnBrk="0" hangingPunct="1">
              <a:defRPr sz="1400" kern="1200">
                <a:solidFill>
                  <a:srgbClr val="737377"/>
                </a:solidFill>
                <a:latin typeface="Arial" charset="0"/>
                <a:ea typeface="+mn-ea"/>
                <a:cs typeface="+mn-cs"/>
              </a:defRPr>
            </a:lvl7pPr>
            <a:lvl8pPr marL="3200400" algn="l" defTabSz="914400" rtl="0" eaLnBrk="1" latinLnBrk="0" hangingPunct="1">
              <a:defRPr sz="1400" kern="1200">
                <a:solidFill>
                  <a:srgbClr val="737377"/>
                </a:solidFill>
                <a:latin typeface="Arial" charset="0"/>
                <a:ea typeface="+mn-ea"/>
                <a:cs typeface="+mn-cs"/>
              </a:defRPr>
            </a:lvl8pPr>
            <a:lvl9pPr marL="3657600" algn="l" defTabSz="914400" rtl="0" eaLnBrk="1" latinLnBrk="0" hangingPunct="1">
              <a:defRPr sz="1400" kern="1200">
                <a:solidFill>
                  <a:srgbClr val="737377"/>
                </a:solidFill>
                <a:latin typeface="Arial" charset="0"/>
                <a:ea typeface="+mn-ea"/>
                <a:cs typeface="+mn-cs"/>
              </a:defRPr>
            </a:lvl9pPr>
          </a:lstStyle>
          <a:p>
            <a:pPr algn="l" rtl="0"/>
            <a:r>
              <a:rPr lang="en-GB" sz="1000" b="1" i="0" u="none" strike="noStrike" kern="1200" normalizeH="0" baseline="0">
                <a:solidFill>
                  <a:schemeClr val="tx1"/>
                </a:solidFill>
                <a:latin typeface="Arial" charset="0"/>
                <a:ea typeface="+mn-ea"/>
                <a:cs typeface="+mn-cs"/>
              </a:rPr>
              <a:t>About PA.</a:t>
            </a:r>
            <a:endParaRPr lang="en-GB"/>
          </a:p>
          <a:p>
            <a:pPr algn="l" rtl="0"/>
            <a:r>
              <a:rPr lang="en-GB" sz="1000" b="0" i="0" u="none" strike="noStrike" kern="1200" normalizeH="0" baseline="0">
                <a:solidFill>
                  <a:schemeClr val="tx1"/>
                </a:solidFill>
                <a:latin typeface="Arial" charset="0"/>
                <a:ea typeface="+mn-ea"/>
                <a:cs typeface="+mn-cs"/>
              </a:rPr>
              <a:t>We believe in the power of ingenuity to build a positive human future. </a:t>
            </a:r>
            <a:endParaRPr lang="en-GB"/>
          </a:p>
          <a:p>
            <a:pPr algn="l" rtl="0"/>
            <a:r>
              <a:rPr lang="en-GB" sz="1000" b="0" i="0" u="none" strike="noStrike" kern="1200" normalizeH="0" baseline="0">
                <a:solidFill>
                  <a:schemeClr val="tx1"/>
                </a:solidFill>
                <a:latin typeface="Arial" charset="0"/>
                <a:ea typeface="+mn-ea"/>
                <a:cs typeface="+mn-cs"/>
              </a:rPr>
              <a:t>As strategies, technologies, and innovation collide, we create opportunity from complexity.</a:t>
            </a:r>
            <a:endParaRPr lang="en-GB"/>
          </a:p>
          <a:p>
            <a:pPr algn="l" rtl="0"/>
            <a:r>
              <a:rPr lang="en-GB" sz="1000" b="0" i="0" u="none" strike="noStrike" kern="1200" normalizeH="0" baseline="0">
                <a:solidFill>
                  <a:schemeClr val="tx1"/>
                </a:solidFill>
                <a:latin typeface="Arial" charset="0"/>
                <a:ea typeface="+mn-ea"/>
                <a:cs typeface="+mn-cs"/>
              </a:rPr>
              <a:t>Our diverse teams of experts combine innovative thinking and breakthrough technologies to progress further, faster. Our clients adapt and transform, and together we achieve enduring results.</a:t>
            </a:r>
            <a:endParaRPr lang="en-GB"/>
          </a:p>
          <a:p>
            <a:pPr algn="l" rtl="0"/>
            <a:r>
              <a:rPr lang="en-GB" sz="1000" b="0" i="0" u="none" strike="noStrike" kern="1200" normalizeH="0" baseline="0">
                <a:solidFill>
                  <a:schemeClr val="tx1"/>
                </a:solidFill>
                <a:latin typeface="Arial" charset="0"/>
                <a:ea typeface="+mn-ea"/>
                <a:cs typeface="+mn-cs"/>
              </a:rPr>
              <a:t>We are about 4,000 strategists, innovators, designers, consultants, digital experts, scientists, engineers, and technologists. And we have deep expertise in consumer and manufacturing, defence and security, energy and utilities, financial services, government and public services, health and life sciences, and transport. </a:t>
            </a:r>
            <a:endParaRPr lang="en-GB"/>
          </a:p>
          <a:p>
            <a:pPr algn="l" rtl="0"/>
            <a:r>
              <a:rPr lang="en-GB" sz="1000" b="0" i="0" u="none" strike="noStrike" kern="1200" normalizeH="0" baseline="0">
                <a:solidFill>
                  <a:schemeClr val="tx1"/>
                </a:solidFill>
                <a:latin typeface="Arial" charset="0"/>
                <a:ea typeface="+mn-ea"/>
                <a:cs typeface="+mn-cs"/>
              </a:rPr>
              <a:t>Our teams operate globally from offices across the UK, Ireland, US, Nordics, and Netherlands. </a:t>
            </a:r>
            <a:endParaRPr lang="en-GB"/>
          </a:p>
          <a:p>
            <a:pPr algn="l" rtl="0"/>
            <a:r>
              <a:rPr kumimoji="0" lang="en-GB" sz="1000" b="1" i="0" u="none" strike="noStrike" kern="1200" cap="none" spc="0" normalizeH="0" baseline="0" noProof="0">
                <a:ln>
                  <a:noFill/>
                </a:ln>
                <a:solidFill>
                  <a:schemeClr val="tx1"/>
                </a:solidFill>
                <a:effectLst/>
                <a:uLnTx/>
                <a:uFillTx/>
                <a:latin typeface="Arial" charset="0"/>
                <a:ea typeface="+mn-ea"/>
                <a:cs typeface="+mn-cs"/>
              </a:rPr>
              <a:t>PA. Bringing Ingenuity to Life.</a:t>
            </a:r>
            <a:endParaRPr lang="en-GB"/>
          </a:p>
        </p:txBody>
      </p:sp>
      <p:sp>
        <p:nvSpPr>
          <p:cNvPr id="20" name="Rectangle 19">
            <a:extLst>
              <a:ext uri="{FF2B5EF4-FFF2-40B4-BE49-F238E27FC236}">
                <a16:creationId xmlns:a16="http://schemas.microsoft.com/office/drawing/2014/main" id="{EB3F913C-45D3-4E14-B83F-587DFD213D06}"/>
              </a:ext>
            </a:extLst>
          </p:cNvPr>
          <p:cNvSpPr/>
          <p:nvPr userDrawn="1"/>
        </p:nvSpPr>
        <p:spPr>
          <a:xfrm>
            <a:off x="552450" y="6011962"/>
            <a:ext cx="4249561" cy="153888"/>
          </a:xfrm>
          <a:prstGeom prst="rect">
            <a:avLst/>
          </a:prstGeom>
        </p:spPr>
        <p:txBody>
          <a:bodyPr wrap="none" lIns="0" tIns="0" rIns="0" bIns="0">
            <a:spAutoFit/>
          </a:bodyPr>
          <a:lstStyle/>
          <a:p>
            <a:pPr fontAlgn="base"/>
            <a:r>
              <a:rPr lang="en-GB" sz="1000" u="none">
                <a:solidFill>
                  <a:srgbClr val="000000"/>
                </a:solidFill>
                <a:effectLst/>
                <a:latin typeface="+mn-lt"/>
                <a:ea typeface="Calibri" panose="020F0502020204030204" pitchFamily="34" charset="0"/>
              </a:rPr>
              <a:t>Discover more at </a:t>
            </a:r>
            <a:r>
              <a:rPr lang="en-GB" sz="1000" u="sng">
                <a:solidFill>
                  <a:srgbClr val="0563C1"/>
                </a:solidFill>
                <a:effectLst/>
                <a:latin typeface="+mn-lt"/>
                <a:ea typeface="Calibri" panose="020F0502020204030204" pitchFamily="34" charset="0"/>
                <a:hlinkClick r:id="rId4">
                  <a:extLst>
                    <a:ext uri="{A12FA001-AC4F-418D-AE19-62706E023703}">
                      <ahyp:hlinkClr xmlns:ahyp="http://schemas.microsoft.com/office/drawing/2018/hyperlinkcolor" val="tx"/>
                    </a:ext>
                  </a:extLst>
                </a:hlinkClick>
              </a:rPr>
              <a:t>paconsulting.com</a:t>
            </a:r>
            <a:r>
              <a:rPr lang="en-GB" sz="1000">
                <a:solidFill>
                  <a:srgbClr val="000000"/>
                </a:solidFill>
                <a:effectLst/>
                <a:latin typeface="+mn-lt"/>
                <a:ea typeface="Calibri" panose="020F0502020204030204" pitchFamily="34" charset="0"/>
              </a:rPr>
              <a:t> and connect with PA on </a:t>
            </a:r>
            <a:r>
              <a:rPr lang="en-GB" sz="1000" u="sng">
                <a:solidFill>
                  <a:srgbClr val="0563C1"/>
                </a:solidFill>
                <a:effectLst/>
                <a:latin typeface="+mn-lt"/>
                <a:ea typeface="Calibri" panose="020F0502020204030204" pitchFamily="34" charset="0"/>
                <a:hlinkClick r:id="rId5">
                  <a:extLst>
                    <a:ext uri="{A12FA001-AC4F-418D-AE19-62706E023703}">
                      <ahyp:hlinkClr xmlns:ahyp="http://schemas.microsoft.com/office/drawing/2018/hyperlinkcolor" val="tx"/>
                    </a:ext>
                  </a:extLst>
                </a:hlinkClick>
              </a:rPr>
              <a:t>LinkedIn</a:t>
            </a:r>
            <a:r>
              <a:rPr lang="en-GB" sz="1000" u="sng">
                <a:solidFill>
                  <a:srgbClr val="0563C1"/>
                </a:solidFill>
                <a:effectLst/>
                <a:latin typeface="+mn-lt"/>
                <a:ea typeface="Calibri" panose="020F0502020204030204" pitchFamily="34" charset="0"/>
              </a:rPr>
              <a:t> </a:t>
            </a:r>
            <a:r>
              <a:rPr lang="en-GB" sz="1000">
                <a:solidFill>
                  <a:srgbClr val="000000"/>
                </a:solidFill>
                <a:effectLst/>
                <a:latin typeface="+mn-lt"/>
                <a:ea typeface="Calibri" panose="020F0502020204030204" pitchFamily="34" charset="0"/>
              </a:rPr>
              <a:t>and </a:t>
            </a:r>
            <a:r>
              <a:rPr lang="en-GB" sz="1000" u="sng">
                <a:solidFill>
                  <a:srgbClr val="0563C1"/>
                </a:solidFill>
                <a:effectLst/>
                <a:latin typeface="+mn-lt"/>
                <a:ea typeface="Calibri" panose="020F0502020204030204" pitchFamily="34" charset="0"/>
                <a:hlinkClick r:id="rId6">
                  <a:extLst>
                    <a:ext uri="{A12FA001-AC4F-418D-AE19-62706E023703}">
                      <ahyp:hlinkClr xmlns:ahyp="http://schemas.microsoft.com/office/drawing/2018/hyperlinkcolor" val="tx"/>
                    </a:ext>
                  </a:extLst>
                </a:hlinkClick>
              </a:rPr>
              <a:t>X</a:t>
            </a:r>
            <a:endParaRPr lang="en-GB" sz="1000">
              <a:solidFill>
                <a:srgbClr val="0563C1"/>
              </a:solidFill>
              <a:effectLst/>
              <a:latin typeface="+mn-lt"/>
              <a:ea typeface="Calibri" panose="020F0502020204030204" pitchFamily="34" charset="0"/>
            </a:endParaRPr>
          </a:p>
        </p:txBody>
      </p:sp>
      <p:cxnSp>
        <p:nvCxnSpPr>
          <p:cNvPr id="21" name="Straight Connector 20">
            <a:extLst>
              <a:ext uri="{FF2B5EF4-FFF2-40B4-BE49-F238E27FC236}">
                <a16:creationId xmlns:a16="http://schemas.microsoft.com/office/drawing/2014/main" id="{EB31A90E-52D8-4B71-8D75-C40ACD13D4FE}"/>
              </a:ext>
            </a:extLst>
          </p:cNvPr>
          <p:cNvCxnSpPr>
            <a:cxnSpLocks/>
          </p:cNvCxnSpPr>
          <p:nvPr userDrawn="1"/>
        </p:nvCxnSpPr>
        <p:spPr>
          <a:xfrm>
            <a:off x="552450" y="5845581"/>
            <a:ext cx="5619318"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Address" descr="{&quot;templafy&quot;:{&quot;id&quot;:&quot;3227860a-799f-465d-bf0a-e5e9b8b69e4b&quot;}}">
            <a:extLst>
              <a:ext uri="{FF2B5EF4-FFF2-40B4-BE49-F238E27FC236}">
                <a16:creationId xmlns:a16="http://schemas.microsoft.com/office/drawing/2014/main" id="{8901F19C-00DF-080E-BE3B-A06051CA14B8}"/>
              </a:ext>
            </a:extLst>
          </p:cNvPr>
          <p:cNvSpPr/>
          <p:nvPr userDrawn="1"/>
        </p:nvSpPr>
        <p:spPr>
          <a:xfrm>
            <a:off x="8829604" y="1759589"/>
            <a:ext cx="2592000" cy="123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p>
            <a:pPr algn="l"/>
            <a:r>
              <a:rPr lang="en-GB" sz="800" b="0">
                <a:solidFill>
                  <a:schemeClr val="bg1"/>
                </a:solidFill>
              </a:rPr>
              <a:t>10 Bressenden Place 
London
SW1E 5DN
 +44 20 7730 9000</a:t>
            </a:r>
          </a:p>
        </p:txBody>
      </p:sp>
    </p:spTree>
    <p:extLst>
      <p:ext uri="{BB962C8B-B14F-4D97-AF65-F5344CB8AC3E}">
        <p14:creationId xmlns:p14="http://schemas.microsoft.com/office/powerpoint/2010/main" val="27730536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OC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6A2DEF8-1492-4366-9112-AE7D0E10CD94}"/>
              </a:ext>
            </a:extLst>
          </p:cNvPr>
          <p:cNvSpPr>
            <a:spLocks noGrp="1"/>
          </p:cNvSpPr>
          <p:nvPr>
            <p:ph type="title" hasCustomPrompt="1"/>
          </p:nvPr>
        </p:nvSpPr>
        <p:spPr>
          <a:xfrm>
            <a:off x="554355" y="512763"/>
            <a:ext cx="5469890" cy="792465"/>
          </a:xfrm>
        </p:spPr>
        <p:txBody>
          <a:bodyPr/>
          <a:lstStyle>
            <a:lvl1pPr>
              <a:defRPr/>
            </a:lvl1pPr>
          </a:lstStyle>
          <a:p>
            <a:r>
              <a:rPr lang="en-GB"/>
              <a:t>Contents</a:t>
            </a:r>
          </a:p>
        </p:txBody>
      </p:sp>
      <p:cxnSp>
        <p:nvCxnSpPr>
          <p:cNvPr id="6" name="Straight Connector 5">
            <a:extLst>
              <a:ext uri="{FF2B5EF4-FFF2-40B4-BE49-F238E27FC236}">
                <a16:creationId xmlns:a16="http://schemas.microsoft.com/office/drawing/2014/main" id="{B912F9E5-5382-4E55-BAA9-D274B2F3603C}"/>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5613812"/>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OC Slide 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6A2DEF8-1492-4366-9112-AE7D0E10CD94}"/>
              </a:ext>
            </a:extLst>
          </p:cNvPr>
          <p:cNvSpPr>
            <a:spLocks noGrp="1"/>
          </p:cNvSpPr>
          <p:nvPr>
            <p:ph type="title" hasCustomPrompt="1"/>
          </p:nvPr>
        </p:nvSpPr>
        <p:spPr>
          <a:xfrm>
            <a:off x="554355" y="512763"/>
            <a:ext cx="5469890" cy="792465"/>
          </a:xfrm>
        </p:spPr>
        <p:txBody>
          <a:bodyPr/>
          <a:lstStyle>
            <a:lvl1pPr>
              <a:defRPr/>
            </a:lvl1pPr>
          </a:lstStyle>
          <a:p>
            <a:r>
              <a:rPr lang="en-GB"/>
              <a:t>Contents</a:t>
            </a:r>
          </a:p>
        </p:txBody>
      </p:sp>
      <p:cxnSp>
        <p:nvCxnSpPr>
          <p:cNvPr id="6" name="Straight Connector 5">
            <a:extLst>
              <a:ext uri="{FF2B5EF4-FFF2-40B4-BE49-F238E27FC236}">
                <a16:creationId xmlns:a16="http://schemas.microsoft.com/office/drawing/2014/main" id="{B912F9E5-5382-4E55-BAA9-D274B2F3603C}"/>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4D56E0F0-0940-44DB-A9DE-1C99EB033B1E}"/>
              </a:ext>
            </a:extLst>
          </p:cNvPr>
          <p:cNvSpPr>
            <a:spLocks noGrp="1"/>
          </p:cNvSpPr>
          <p:nvPr>
            <p:ph type="pic" sz="quarter" idx="24"/>
          </p:nvPr>
        </p:nvSpPr>
        <p:spPr>
          <a:xfrm>
            <a:off x="8042277" y="0"/>
            <a:ext cx="4152897" cy="6859588"/>
          </a:xfrm>
          <a:custGeom>
            <a:avLst/>
            <a:gdLst>
              <a:gd name="connsiteX0" fmla="*/ 103786 w 4152897"/>
              <a:gd name="connsiteY0" fmla="*/ 0 h 6859588"/>
              <a:gd name="connsiteX1" fmla="*/ 4152897 w 4152897"/>
              <a:gd name="connsiteY1" fmla="*/ 0 h 6859588"/>
              <a:gd name="connsiteX2" fmla="*/ 4152897 w 4152897"/>
              <a:gd name="connsiteY2" fmla="*/ 6859588 h 6859588"/>
              <a:gd name="connsiteX3" fmla="*/ 103786 w 4152897"/>
              <a:gd name="connsiteY3" fmla="*/ 6859588 h 6859588"/>
              <a:gd name="connsiteX4" fmla="*/ 0 w 4152897"/>
              <a:gd name="connsiteY4" fmla="*/ 6755802 h 6859588"/>
              <a:gd name="connsiteX5" fmla="*/ 0 w 4152897"/>
              <a:gd name="connsiteY5" fmla="*/ 103786 h 6859588"/>
              <a:gd name="connsiteX6" fmla="*/ 103786 w 4152897"/>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2897" h="6859588">
                <a:moveTo>
                  <a:pt x="103786" y="0"/>
                </a:moveTo>
                <a:lnTo>
                  <a:pt x="4152897" y="0"/>
                </a:lnTo>
                <a:lnTo>
                  <a:pt x="4152897"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pPr lvl="0" algn="ctr"/>
            <a:r>
              <a:rPr lang="en-GB"/>
              <a:t>Click icon to add picture</a:t>
            </a:r>
          </a:p>
        </p:txBody>
      </p:sp>
    </p:spTree>
    <p:extLst>
      <p:ext uri="{BB962C8B-B14F-4D97-AF65-F5344CB8AC3E}">
        <p14:creationId xmlns:p14="http://schemas.microsoft.com/office/powerpoint/2010/main" val="341946036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Large Imag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CF645C-E224-46A4-A63E-73E0CCF51C5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0"/>
            <a:ext cx="12195175" cy="6859786"/>
          </a:xfrm>
          <a:prstGeom prst="rect">
            <a:avLst/>
          </a:prstGeom>
        </p:spPr>
      </p:pic>
      <p:sp>
        <p:nvSpPr>
          <p:cNvPr id="21" name="Text Placeholder 2">
            <a:extLst>
              <a:ext uri="{FF2B5EF4-FFF2-40B4-BE49-F238E27FC236}">
                <a16:creationId xmlns:a16="http://schemas.microsoft.com/office/drawing/2014/main" id="{5592E049-09F0-4A02-954E-2DE6D31D169A}"/>
              </a:ext>
            </a:extLst>
          </p:cNvPr>
          <p:cNvSpPr>
            <a:spLocks noGrp="1"/>
          </p:cNvSpPr>
          <p:nvPr>
            <p:ph type="body" sz="quarter" idx="21"/>
          </p:nvPr>
        </p:nvSpPr>
        <p:spPr>
          <a:xfrm>
            <a:off x="552450" y="2680569"/>
            <a:ext cx="3749675" cy="2799083"/>
          </a:xfrm>
        </p:spPr>
        <p:txBody>
          <a:bodyPr tIns="0" rIns="0" bIns="0" anchor="b"/>
          <a:lstStyle>
            <a:lvl1pPr marL="0" indent="0" algn="l">
              <a:spcAft>
                <a:spcPts val="0"/>
              </a:spcAft>
              <a:defRPr>
                <a:solidFill>
                  <a:schemeClr val="bg1"/>
                </a:solidFill>
              </a:defRPr>
            </a:lvl1pPr>
            <a:lvl2pPr algn="l">
              <a:spcAft>
                <a:spcPts val="0"/>
              </a:spcAft>
              <a:defRPr>
                <a:solidFill>
                  <a:schemeClr val="bg1"/>
                </a:solidFill>
              </a:defRPr>
            </a:lvl2pPr>
            <a:lvl3pPr algn="l">
              <a:spcAft>
                <a:spcPts val="0"/>
              </a:spcAft>
              <a:defRPr>
                <a:solidFill>
                  <a:schemeClr val="bg1"/>
                </a:solidFill>
              </a:defRPr>
            </a:lvl3pPr>
          </a:lstStyle>
          <a:p>
            <a:pPr lvl="0"/>
            <a:r>
              <a:rPr lang="en-GB"/>
              <a:t>Click to edit Master text styles</a:t>
            </a:r>
          </a:p>
          <a:p>
            <a:pPr lvl="1"/>
            <a:r>
              <a:rPr lang="en-GB"/>
              <a:t>Second level</a:t>
            </a:r>
          </a:p>
          <a:p>
            <a:pPr lvl="2"/>
            <a:r>
              <a:rPr lang="en-GB"/>
              <a:t>Third level</a:t>
            </a:r>
          </a:p>
        </p:txBody>
      </p:sp>
      <p:sp>
        <p:nvSpPr>
          <p:cNvPr id="28" name="Text Placeholder 55">
            <a:extLst>
              <a:ext uri="{FF2B5EF4-FFF2-40B4-BE49-F238E27FC236}">
                <a16:creationId xmlns:a16="http://schemas.microsoft.com/office/drawing/2014/main" id="{5E3817F9-0257-4167-BCFB-AD122192FF9B}"/>
              </a:ext>
            </a:extLst>
          </p:cNvPr>
          <p:cNvSpPr>
            <a:spLocks noGrp="1"/>
          </p:cNvSpPr>
          <p:nvPr>
            <p:ph type="body" sz="quarter" idx="19" hasCustomPrompt="1"/>
          </p:nvPr>
        </p:nvSpPr>
        <p:spPr>
          <a:xfrm>
            <a:off x="552450" y="5783703"/>
            <a:ext cx="3749675" cy="382147"/>
          </a:xfrm>
        </p:spPr>
        <p:txBody>
          <a:bodyPr lIns="0" rIns="0" anchor="ctr">
            <a:normAutofit/>
          </a:bodyPr>
          <a:lstStyle>
            <a:lvl1pPr algn="l">
              <a:lnSpc>
                <a:spcPct val="100000"/>
              </a:lnSpc>
              <a:spcAft>
                <a:spcPts val="0"/>
              </a:spcAft>
              <a:defRPr sz="1200" b="1" cap="none" baseline="0">
                <a:solidFill>
                  <a:schemeClr val="bg1"/>
                </a:solidFill>
              </a:defRPr>
            </a:lvl1pPr>
            <a:lvl2pPr algn="l">
              <a:lnSpc>
                <a:spcPct val="100000"/>
              </a:lnSpc>
              <a:spcAft>
                <a:spcPts val="0"/>
              </a:spcAft>
              <a:defRPr sz="1400">
                <a:solidFill>
                  <a:schemeClr val="tx1"/>
                </a:solidFill>
              </a:defRPr>
            </a:lvl2pPr>
            <a:lvl3pPr algn="l">
              <a:lnSpc>
                <a:spcPct val="100000"/>
              </a:lnSpc>
              <a:spcAft>
                <a:spcPts val="0"/>
              </a:spcAft>
              <a:defRPr>
                <a:solidFill>
                  <a:schemeClr val="tx1"/>
                </a:solidFill>
              </a:defRPr>
            </a:lvl3pPr>
            <a:lvl4pPr marL="0" indent="0" algn="l">
              <a:spcBef>
                <a:spcPts val="0"/>
              </a:spcBef>
              <a:spcAft>
                <a:spcPts val="0"/>
              </a:spcAft>
              <a:buNone/>
              <a:defRPr>
                <a:solidFill>
                  <a:schemeClr val="tx1"/>
                </a:solidFill>
              </a:defRPr>
            </a:lvl4pPr>
            <a:lvl5pPr marL="0" indent="0" algn="l">
              <a:spcBef>
                <a:spcPts val="0"/>
              </a:spcBef>
              <a:spcAft>
                <a:spcPts val="0"/>
              </a:spcAft>
              <a:buNone/>
              <a:defRPr sz="1400">
                <a:solidFill>
                  <a:schemeClr val="tx1"/>
                </a:solidFill>
              </a:defRPr>
            </a:lvl5pPr>
            <a:lvl6pPr marL="0" indent="0">
              <a:lnSpc>
                <a:spcPct val="100000"/>
              </a:lnSpc>
              <a:spcBef>
                <a:spcPts val="0"/>
              </a:spcBef>
              <a:buNone/>
              <a:defRPr sz="1400"/>
            </a:lvl6pPr>
            <a:lvl7pPr marL="0" indent="0">
              <a:lnSpc>
                <a:spcPct val="100000"/>
              </a:lnSpc>
              <a:spcBef>
                <a:spcPts val="0"/>
              </a:spcBef>
              <a:buNone/>
              <a:defRPr sz="1400"/>
            </a:lvl7pPr>
            <a:lvl8pPr marL="0" indent="0">
              <a:lnSpc>
                <a:spcPct val="100000"/>
              </a:lnSpc>
              <a:spcBef>
                <a:spcPts val="0"/>
              </a:spcBef>
              <a:buNone/>
              <a:defRPr sz="1400"/>
            </a:lvl8pPr>
            <a:lvl9pPr marL="0" indent="0">
              <a:lnSpc>
                <a:spcPct val="100000"/>
              </a:lnSpc>
              <a:spcBef>
                <a:spcPts val="0"/>
              </a:spcBef>
              <a:buNone/>
              <a:defRPr sz="1400"/>
            </a:lvl9pPr>
          </a:lstStyle>
          <a:p>
            <a:pPr lvl="0"/>
            <a:r>
              <a:rPr lang="en-GB"/>
              <a:t>Click to edit text</a:t>
            </a:r>
          </a:p>
        </p:txBody>
      </p:sp>
      <p:pic>
        <p:nvPicPr>
          <p:cNvPr id="10" name="Graphic 9">
            <a:extLst>
              <a:ext uri="{FF2B5EF4-FFF2-40B4-BE49-F238E27FC236}">
                <a16:creationId xmlns:a16="http://schemas.microsoft.com/office/drawing/2014/main" id="{6EFAF493-0227-46EB-828B-1090860DE10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0563" y="700776"/>
            <a:ext cx="792162" cy="699572"/>
          </a:xfrm>
          <a:prstGeom prst="rect">
            <a:avLst/>
          </a:prstGeom>
        </p:spPr>
      </p:pic>
      <p:sp>
        <p:nvSpPr>
          <p:cNvPr id="9" name="plcSlideNumber">
            <a:extLst>
              <a:ext uri="{FF2B5EF4-FFF2-40B4-BE49-F238E27FC236}">
                <a16:creationId xmlns:a16="http://schemas.microsoft.com/office/drawing/2014/main" id="{020595E3-E86C-4621-9760-24D10EE97DD5}"/>
              </a:ext>
            </a:extLst>
          </p:cNvPr>
          <p:cNvSpPr>
            <a:spLocks noGrp="1"/>
          </p:cNvSpPr>
          <p:nvPr userDrawn="1"/>
        </p:nvSpPr>
        <p:spPr>
          <a:xfrm>
            <a:off x="5918706" y="6554864"/>
            <a:ext cx="357762"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bg1"/>
                </a:solidFill>
              </a:rPr>
              <a:pPr algn="ctr"/>
              <a:t>‹#›</a:t>
            </a:fld>
            <a:endParaRPr lang="en-GB" sz="800">
              <a:solidFill>
                <a:schemeClr val="bg1"/>
              </a:solidFill>
            </a:endParaRPr>
          </a:p>
        </p:txBody>
      </p:sp>
      <p:sp>
        <p:nvSpPr>
          <p:cNvPr id="11" name="txtFooter">
            <a:extLst>
              <a:ext uri="{FF2B5EF4-FFF2-40B4-BE49-F238E27FC236}">
                <a16:creationId xmlns:a16="http://schemas.microsoft.com/office/drawing/2014/main" id="{8EF16F5E-BBAF-4051-8163-CC854CC891F2}"/>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bg1"/>
                </a:solidFill>
              </a:rPr>
              <a:t>© PA Knowledge Limited  |     </a:t>
            </a:r>
            <a:endParaRPr lang="en-GB"/>
          </a:p>
        </p:txBody>
      </p:sp>
      <p:sp>
        <p:nvSpPr>
          <p:cNvPr id="12" name="Rectangle 11" descr="{&quot;templafy&quot;:{&quot;id&quot;:&quot;ea9e6ee3-c395-4756-ae66-2416896271ac&quot;}}">
            <a:extLst>
              <a:ext uri="{FF2B5EF4-FFF2-40B4-BE49-F238E27FC236}">
                <a16:creationId xmlns:a16="http://schemas.microsoft.com/office/drawing/2014/main" id="{FD9CFC47-A7DE-4052-85A4-195DFC7ED710}"/>
              </a:ext>
            </a:extLst>
          </p:cNvPr>
          <p:cNvSpPr/>
          <p:nvPr userDrawn="1"/>
        </p:nvSpPr>
        <p:spPr>
          <a:xfrm>
            <a:off x="1807283"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chemeClr val="bg1"/>
                </a:solidFill>
              </a:rPr>
              <a:t>PA Confidential – Internal use only</a:t>
            </a:r>
          </a:p>
        </p:txBody>
      </p:sp>
    </p:spTree>
    <p:extLst>
      <p:ext uri="{BB962C8B-B14F-4D97-AF65-F5344CB8AC3E}">
        <p14:creationId xmlns:p14="http://schemas.microsoft.com/office/powerpoint/2010/main" val="3173802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 Large Imag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7FF157-8C02-42D2-9D40-6DB3CDC28CF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52" y="0"/>
            <a:ext cx="12194823" cy="6859588"/>
          </a:xfrm>
          <a:prstGeom prst="rect">
            <a:avLst/>
          </a:prstGeom>
        </p:spPr>
      </p:pic>
      <p:sp>
        <p:nvSpPr>
          <p:cNvPr id="23" name="Text Placeholder 55">
            <a:extLst>
              <a:ext uri="{FF2B5EF4-FFF2-40B4-BE49-F238E27FC236}">
                <a16:creationId xmlns:a16="http://schemas.microsoft.com/office/drawing/2014/main" id="{7F248BB4-B6EA-40E2-AE11-23AFB181FE51}"/>
              </a:ext>
            </a:extLst>
          </p:cNvPr>
          <p:cNvSpPr>
            <a:spLocks noGrp="1"/>
          </p:cNvSpPr>
          <p:nvPr>
            <p:ph type="body" sz="quarter" idx="19" hasCustomPrompt="1"/>
          </p:nvPr>
        </p:nvSpPr>
        <p:spPr>
          <a:xfrm>
            <a:off x="552450" y="5767481"/>
            <a:ext cx="3749675" cy="382147"/>
          </a:xfrm>
        </p:spPr>
        <p:txBody>
          <a:bodyPr lIns="0" rIns="0" anchor="ctr">
            <a:normAutofit/>
          </a:bodyPr>
          <a:lstStyle>
            <a:lvl1pPr algn="l">
              <a:lnSpc>
                <a:spcPct val="100000"/>
              </a:lnSpc>
              <a:spcAft>
                <a:spcPts val="0"/>
              </a:spcAft>
              <a:defRPr sz="1200" b="1" cap="none" baseline="0">
                <a:solidFill>
                  <a:schemeClr val="bg1"/>
                </a:solidFill>
              </a:defRPr>
            </a:lvl1pPr>
            <a:lvl2pPr algn="l">
              <a:lnSpc>
                <a:spcPct val="100000"/>
              </a:lnSpc>
              <a:spcAft>
                <a:spcPts val="0"/>
              </a:spcAft>
              <a:defRPr sz="1400">
                <a:solidFill>
                  <a:schemeClr val="tx1"/>
                </a:solidFill>
              </a:defRPr>
            </a:lvl2pPr>
            <a:lvl3pPr algn="l">
              <a:lnSpc>
                <a:spcPct val="100000"/>
              </a:lnSpc>
              <a:spcAft>
                <a:spcPts val="0"/>
              </a:spcAft>
              <a:defRPr>
                <a:solidFill>
                  <a:schemeClr val="tx1"/>
                </a:solidFill>
              </a:defRPr>
            </a:lvl3pPr>
            <a:lvl4pPr marL="0" indent="0" algn="l">
              <a:spcBef>
                <a:spcPts val="0"/>
              </a:spcBef>
              <a:spcAft>
                <a:spcPts val="0"/>
              </a:spcAft>
              <a:buNone/>
              <a:defRPr>
                <a:solidFill>
                  <a:schemeClr val="tx1"/>
                </a:solidFill>
              </a:defRPr>
            </a:lvl4pPr>
            <a:lvl5pPr marL="0" indent="0" algn="l">
              <a:spcBef>
                <a:spcPts val="0"/>
              </a:spcBef>
              <a:spcAft>
                <a:spcPts val="0"/>
              </a:spcAft>
              <a:buNone/>
              <a:defRPr sz="1400">
                <a:solidFill>
                  <a:schemeClr val="tx1"/>
                </a:solidFill>
              </a:defRPr>
            </a:lvl5pPr>
            <a:lvl6pPr marL="0" indent="0">
              <a:lnSpc>
                <a:spcPct val="100000"/>
              </a:lnSpc>
              <a:spcBef>
                <a:spcPts val="0"/>
              </a:spcBef>
              <a:buNone/>
              <a:defRPr sz="1400"/>
            </a:lvl6pPr>
            <a:lvl7pPr marL="0" indent="0">
              <a:lnSpc>
                <a:spcPct val="100000"/>
              </a:lnSpc>
              <a:spcBef>
                <a:spcPts val="0"/>
              </a:spcBef>
              <a:buNone/>
              <a:defRPr sz="1400"/>
            </a:lvl7pPr>
            <a:lvl8pPr marL="0" indent="0">
              <a:lnSpc>
                <a:spcPct val="100000"/>
              </a:lnSpc>
              <a:spcBef>
                <a:spcPts val="0"/>
              </a:spcBef>
              <a:buNone/>
              <a:defRPr sz="1400"/>
            </a:lvl8pPr>
            <a:lvl9pPr marL="0" indent="0">
              <a:lnSpc>
                <a:spcPct val="100000"/>
              </a:lnSpc>
              <a:spcBef>
                <a:spcPts val="0"/>
              </a:spcBef>
              <a:buNone/>
              <a:defRPr sz="1400"/>
            </a:lvl9pPr>
          </a:lstStyle>
          <a:p>
            <a:pPr lvl="0"/>
            <a:r>
              <a:rPr lang="en-GB"/>
              <a:t>Click to edit text</a:t>
            </a:r>
          </a:p>
        </p:txBody>
      </p:sp>
      <p:sp>
        <p:nvSpPr>
          <p:cNvPr id="24" name="Text Placeholder 2">
            <a:extLst>
              <a:ext uri="{FF2B5EF4-FFF2-40B4-BE49-F238E27FC236}">
                <a16:creationId xmlns:a16="http://schemas.microsoft.com/office/drawing/2014/main" id="{DE8EDB23-EE53-419D-A82E-C8C4C02CF053}"/>
              </a:ext>
            </a:extLst>
          </p:cNvPr>
          <p:cNvSpPr>
            <a:spLocks noGrp="1"/>
          </p:cNvSpPr>
          <p:nvPr>
            <p:ph type="body" sz="quarter" idx="21"/>
          </p:nvPr>
        </p:nvSpPr>
        <p:spPr>
          <a:xfrm>
            <a:off x="552450" y="2743200"/>
            <a:ext cx="3749675" cy="2739878"/>
          </a:xfrm>
        </p:spPr>
        <p:txBody>
          <a:bodyPr tIns="0" rIns="0" bIns="0" anchor="b"/>
          <a:lstStyle>
            <a:lvl1pPr marL="0" indent="0" algn="l">
              <a:spcAft>
                <a:spcPts val="0"/>
              </a:spcAft>
              <a:defRPr>
                <a:solidFill>
                  <a:schemeClr val="bg1"/>
                </a:solidFill>
              </a:defRPr>
            </a:lvl1pPr>
            <a:lvl2pPr algn="l">
              <a:spcAft>
                <a:spcPts val="0"/>
              </a:spcAft>
              <a:defRPr>
                <a:solidFill>
                  <a:schemeClr val="bg1"/>
                </a:solidFill>
              </a:defRPr>
            </a:lvl2pPr>
            <a:lvl3pPr algn="l">
              <a:spcAft>
                <a:spcPts val="0"/>
              </a:spcAft>
              <a:defRPr>
                <a:solidFill>
                  <a:schemeClr val="bg1"/>
                </a:solidFill>
              </a:defRPr>
            </a:lvl3pPr>
          </a:lstStyle>
          <a:p>
            <a:pPr lvl="0"/>
            <a:r>
              <a:rPr lang="en-GB"/>
              <a:t>Click to edit Master text styles</a:t>
            </a:r>
          </a:p>
          <a:p>
            <a:pPr lvl="1"/>
            <a:r>
              <a:rPr lang="en-GB"/>
              <a:t>Second level</a:t>
            </a:r>
          </a:p>
          <a:p>
            <a:pPr lvl="2"/>
            <a:r>
              <a:rPr lang="en-GB"/>
              <a:t>Third level</a:t>
            </a:r>
          </a:p>
        </p:txBody>
      </p:sp>
      <p:pic>
        <p:nvPicPr>
          <p:cNvPr id="9" name="Graphic 8">
            <a:extLst>
              <a:ext uri="{FF2B5EF4-FFF2-40B4-BE49-F238E27FC236}">
                <a16:creationId xmlns:a16="http://schemas.microsoft.com/office/drawing/2014/main" id="{4B423117-1635-4D38-8B9C-DB61C078C62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0563" y="700776"/>
            <a:ext cx="792162" cy="699572"/>
          </a:xfrm>
          <a:prstGeom prst="rect">
            <a:avLst/>
          </a:prstGeom>
        </p:spPr>
      </p:pic>
      <p:sp>
        <p:nvSpPr>
          <p:cNvPr id="10" name="plcSlideNumber">
            <a:extLst>
              <a:ext uri="{FF2B5EF4-FFF2-40B4-BE49-F238E27FC236}">
                <a16:creationId xmlns:a16="http://schemas.microsoft.com/office/drawing/2014/main" id="{DE4B54FF-136E-4E19-A121-C485059C6DD1}"/>
              </a:ext>
            </a:extLst>
          </p:cNvPr>
          <p:cNvSpPr>
            <a:spLocks noGrp="1"/>
          </p:cNvSpPr>
          <p:nvPr userDrawn="1"/>
        </p:nvSpPr>
        <p:spPr>
          <a:xfrm>
            <a:off x="5918706" y="6554864"/>
            <a:ext cx="357762"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bg1"/>
                </a:solidFill>
              </a:rPr>
              <a:pPr algn="ctr"/>
              <a:t>‹#›</a:t>
            </a:fld>
            <a:endParaRPr lang="en-GB" sz="800">
              <a:solidFill>
                <a:schemeClr val="bg1"/>
              </a:solidFill>
            </a:endParaRPr>
          </a:p>
        </p:txBody>
      </p:sp>
      <p:sp>
        <p:nvSpPr>
          <p:cNvPr id="11" name="txtFooter">
            <a:extLst>
              <a:ext uri="{FF2B5EF4-FFF2-40B4-BE49-F238E27FC236}">
                <a16:creationId xmlns:a16="http://schemas.microsoft.com/office/drawing/2014/main" id="{C41CC7B7-D9D8-4267-B230-B664784DB0DA}"/>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bg1"/>
                </a:solidFill>
              </a:rPr>
              <a:t>© PA Knowledge Limited  |     </a:t>
            </a:r>
            <a:endParaRPr lang="en-GB"/>
          </a:p>
        </p:txBody>
      </p:sp>
      <p:sp>
        <p:nvSpPr>
          <p:cNvPr id="12" name="Rectangle 11" descr="{&quot;templafy&quot;:{&quot;id&quot;:&quot;af3a5a05-970a-4b47-9b57-df5948c2bb29&quot;}}">
            <a:extLst>
              <a:ext uri="{FF2B5EF4-FFF2-40B4-BE49-F238E27FC236}">
                <a16:creationId xmlns:a16="http://schemas.microsoft.com/office/drawing/2014/main" id="{F3D323A7-E77D-4AA0-B4B7-2C78C9599641}"/>
              </a:ext>
            </a:extLst>
          </p:cNvPr>
          <p:cNvSpPr/>
          <p:nvPr userDrawn="1"/>
        </p:nvSpPr>
        <p:spPr>
          <a:xfrm>
            <a:off x="1807283"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chemeClr val="bg1"/>
                </a:solidFill>
              </a:rPr>
              <a:t>PA Confidential – Internal use only</a:t>
            </a:r>
          </a:p>
        </p:txBody>
      </p:sp>
    </p:spTree>
    <p:extLst>
      <p:ext uri="{BB962C8B-B14F-4D97-AF65-F5344CB8AC3E}">
        <p14:creationId xmlns:p14="http://schemas.microsoft.com/office/powerpoint/2010/main" val="356931446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 Large Image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B8C12A-7A9B-4B3E-BF98-3C61A162309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52" y="0"/>
            <a:ext cx="12194823" cy="6859588"/>
          </a:xfrm>
          <a:prstGeom prst="rect">
            <a:avLst/>
          </a:prstGeom>
        </p:spPr>
      </p:pic>
      <p:sp>
        <p:nvSpPr>
          <p:cNvPr id="23" name="Text Placeholder 55">
            <a:extLst>
              <a:ext uri="{FF2B5EF4-FFF2-40B4-BE49-F238E27FC236}">
                <a16:creationId xmlns:a16="http://schemas.microsoft.com/office/drawing/2014/main" id="{803AD0AC-8770-47D0-A058-D5070344EE9D}"/>
              </a:ext>
            </a:extLst>
          </p:cNvPr>
          <p:cNvSpPr>
            <a:spLocks noGrp="1"/>
          </p:cNvSpPr>
          <p:nvPr>
            <p:ph type="body" sz="quarter" idx="22" hasCustomPrompt="1"/>
          </p:nvPr>
        </p:nvSpPr>
        <p:spPr>
          <a:xfrm>
            <a:off x="552451" y="5786679"/>
            <a:ext cx="3756437" cy="382147"/>
          </a:xfrm>
        </p:spPr>
        <p:txBody>
          <a:bodyPr lIns="0" rIns="0" anchor="ctr">
            <a:normAutofit/>
          </a:bodyPr>
          <a:lstStyle>
            <a:lvl1pPr algn="l">
              <a:lnSpc>
                <a:spcPct val="100000"/>
              </a:lnSpc>
              <a:spcAft>
                <a:spcPts val="0"/>
              </a:spcAft>
              <a:defRPr sz="1200" b="1" cap="none" baseline="0">
                <a:solidFill>
                  <a:schemeClr val="accent1"/>
                </a:solidFill>
              </a:defRPr>
            </a:lvl1pPr>
            <a:lvl2pPr algn="l">
              <a:lnSpc>
                <a:spcPct val="100000"/>
              </a:lnSpc>
              <a:spcAft>
                <a:spcPts val="0"/>
              </a:spcAft>
              <a:defRPr sz="1400">
                <a:solidFill>
                  <a:schemeClr val="tx1"/>
                </a:solidFill>
              </a:defRPr>
            </a:lvl2pPr>
            <a:lvl3pPr algn="l">
              <a:lnSpc>
                <a:spcPct val="100000"/>
              </a:lnSpc>
              <a:spcAft>
                <a:spcPts val="0"/>
              </a:spcAft>
              <a:defRPr>
                <a:solidFill>
                  <a:schemeClr val="tx1"/>
                </a:solidFill>
              </a:defRPr>
            </a:lvl3pPr>
            <a:lvl4pPr marL="0" indent="0" algn="l">
              <a:spcBef>
                <a:spcPts val="0"/>
              </a:spcBef>
              <a:spcAft>
                <a:spcPts val="0"/>
              </a:spcAft>
              <a:buNone/>
              <a:defRPr>
                <a:solidFill>
                  <a:schemeClr val="tx1"/>
                </a:solidFill>
              </a:defRPr>
            </a:lvl4pPr>
            <a:lvl5pPr marL="0" indent="0" algn="l">
              <a:spcBef>
                <a:spcPts val="0"/>
              </a:spcBef>
              <a:spcAft>
                <a:spcPts val="0"/>
              </a:spcAft>
              <a:buNone/>
              <a:defRPr sz="1400">
                <a:solidFill>
                  <a:schemeClr val="tx1"/>
                </a:solidFill>
              </a:defRPr>
            </a:lvl5pPr>
            <a:lvl6pPr marL="0" indent="0">
              <a:lnSpc>
                <a:spcPct val="100000"/>
              </a:lnSpc>
              <a:spcBef>
                <a:spcPts val="0"/>
              </a:spcBef>
              <a:buNone/>
              <a:defRPr sz="1400"/>
            </a:lvl6pPr>
            <a:lvl7pPr marL="0" indent="0">
              <a:lnSpc>
                <a:spcPct val="100000"/>
              </a:lnSpc>
              <a:spcBef>
                <a:spcPts val="0"/>
              </a:spcBef>
              <a:buNone/>
              <a:defRPr sz="1400"/>
            </a:lvl7pPr>
            <a:lvl8pPr marL="0" indent="0">
              <a:lnSpc>
                <a:spcPct val="100000"/>
              </a:lnSpc>
              <a:spcBef>
                <a:spcPts val="0"/>
              </a:spcBef>
              <a:buNone/>
              <a:defRPr sz="1400"/>
            </a:lvl8pPr>
            <a:lvl9pPr marL="0" indent="0">
              <a:lnSpc>
                <a:spcPct val="100000"/>
              </a:lnSpc>
              <a:spcBef>
                <a:spcPts val="0"/>
              </a:spcBef>
              <a:buNone/>
              <a:defRPr sz="1400"/>
            </a:lvl9pPr>
          </a:lstStyle>
          <a:p>
            <a:pPr lvl="0"/>
            <a:r>
              <a:rPr lang="en-GB"/>
              <a:t>Click to edit text</a:t>
            </a:r>
          </a:p>
        </p:txBody>
      </p:sp>
      <p:sp>
        <p:nvSpPr>
          <p:cNvPr id="24" name="Text Placeholder 2">
            <a:extLst>
              <a:ext uri="{FF2B5EF4-FFF2-40B4-BE49-F238E27FC236}">
                <a16:creationId xmlns:a16="http://schemas.microsoft.com/office/drawing/2014/main" id="{87767EBD-1C39-4540-9A42-B0B3997BF428}"/>
              </a:ext>
            </a:extLst>
          </p:cNvPr>
          <p:cNvSpPr>
            <a:spLocks noGrp="1"/>
          </p:cNvSpPr>
          <p:nvPr>
            <p:ph type="body" sz="quarter" idx="23"/>
          </p:nvPr>
        </p:nvSpPr>
        <p:spPr>
          <a:xfrm>
            <a:off x="552450" y="1520826"/>
            <a:ext cx="3756438" cy="3958828"/>
          </a:xfrm>
        </p:spPr>
        <p:txBody>
          <a:bodyPr tIns="0" rIns="0" bIns="0" anchor="b"/>
          <a:lstStyle>
            <a:lvl1pPr marL="0" indent="0" algn="l">
              <a:spcAft>
                <a:spcPts val="0"/>
              </a:spcAft>
              <a:defRPr>
                <a:solidFill>
                  <a:schemeClr val="accent1"/>
                </a:solidFill>
              </a:defRPr>
            </a:lvl1pPr>
            <a:lvl2pPr algn="l">
              <a:spcAft>
                <a:spcPts val="0"/>
              </a:spcAft>
              <a:defRPr>
                <a:solidFill>
                  <a:schemeClr val="accent1"/>
                </a:solidFill>
              </a:defRPr>
            </a:lvl2pPr>
            <a:lvl3pPr algn="l">
              <a:spcAft>
                <a:spcPts val="0"/>
              </a:spcAft>
              <a:defRPr>
                <a:solidFill>
                  <a:schemeClr val="accent1"/>
                </a:solidFill>
              </a:defRPr>
            </a:lvl3pPr>
          </a:lstStyle>
          <a:p>
            <a:pPr lvl="0"/>
            <a:r>
              <a:rPr lang="en-GB"/>
              <a:t>Click to edit Master text styles</a:t>
            </a:r>
          </a:p>
          <a:p>
            <a:pPr lvl="1"/>
            <a:r>
              <a:rPr lang="en-GB"/>
              <a:t>Second level</a:t>
            </a:r>
          </a:p>
          <a:p>
            <a:pPr lvl="2"/>
            <a:r>
              <a:rPr lang="en-GB"/>
              <a:t>Third level</a:t>
            </a:r>
          </a:p>
        </p:txBody>
      </p:sp>
      <p:pic>
        <p:nvPicPr>
          <p:cNvPr id="9" name="Graphic 8">
            <a:extLst>
              <a:ext uri="{FF2B5EF4-FFF2-40B4-BE49-F238E27FC236}">
                <a16:creationId xmlns:a16="http://schemas.microsoft.com/office/drawing/2014/main" id="{B451735B-5DDA-4191-BACE-FC68F8E8184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0563" y="700776"/>
            <a:ext cx="792162" cy="699572"/>
          </a:xfrm>
          <a:prstGeom prst="rect">
            <a:avLst/>
          </a:prstGeom>
        </p:spPr>
      </p:pic>
      <p:sp>
        <p:nvSpPr>
          <p:cNvPr id="10" name="plcSlideNumber">
            <a:extLst>
              <a:ext uri="{FF2B5EF4-FFF2-40B4-BE49-F238E27FC236}">
                <a16:creationId xmlns:a16="http://schemas.microsoft.com/office/drawing/2014/main" id="{D208EDCA-4415-4A1B-8540-D36CA7ADD8B9}"/>
              </a:ext>
            </a:extLst>
          </p:cNvPr>
          <p:cNvSpPr>
            <a:spLocks noGrp="1"/>
          </p:cNvSpPr>
          <p:nvPr userDrawn="1"/>
        </p:nvSpPr>
        <p:spPr>
          <a:xfrm>
            <a:off x="5918706" y="6554864"/>
            <a:ext cx="357762"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accent1"/>
                </a:solidFill>
              </a:rPr>
              <a:pPr algn="ctr"/>
              <a:t>‹#›</a:t>
            </a:fld>
            <a:endParaRPr lang="en-GB" sz="800">
              <a:solidFill>
                <a:schemeClr val="accent1"/>
              </a:solidFill>
            </a:endParaRPr>
          </a:p>
        </p:txBody>
      </p:sp>
      <p:sp>
        <p:nvSpPr>
          <p:cNvPr id="11" name="txtFooter">
            <a:extLst>
              <a:ext uri="{FF2B5EF4-FFF2-40B4-BE49-F238E27FC236}">
                <a16:creationId xmlns:a16="http://schemas.microsoft.com/office/drawing/2014/main" id="{6CEF9CDD-CF18-433A-B122-C80DFFCC890E}"/>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accent1"/>
                </a:solidFill>
              </a:rPr>
              <a:t>© PA Knowledge Limited  |     </a:t>
            </a:r>
            <a:endParaRPr lang="en-GB"/>
          </a:p>
        </p:txBody>
      </p:sp>
      <p:sp>
        <p:nvSpPr>
          <p:cNvPr id="12" name="Rectangle 11" descr="{&quot;templafy&quot;:{&quot;id&quot;:&quot;a8184cf9-b22f-4d79-a896-8935c05cd79a&quot;}}">
            <a:extLst>
              <a:ext uri="{FF2B5EF4-FFF2-40B4-BE49-F238E27FC236}">
                <a16:creationId xmlns:a16="http://schemas.microsoft.com/office/drawing/2014/main" id="{DF54FF09-93BA-41CC-AFB4-BDF4C91CA9B1}"/>
              </a:ext>
            </a:extLst>
          </p:cNvPr>
          <p:cNvSpPr/>
          <p:nvPr userDrawn="1"/>
        </p:nvSpPr>
        <p:spPr>
          <a:xfrm>
            <a:off x="1807283"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chemeClr val="accent1"/>
                </a:solidFill>
              </a:rPr>
              <a:t>PA Confidential – Internal use only</a:t>
            </a:r>
          </a:p>
        </p:txBody>
      </p:sp>
    </p:spTree>
    <p:extLst>
      <p:ext uri="{BB962C8B-B14F-4D97-AF65-F5344CB8AC3E}">
        <p14:creationId xmlns:p14="http://schemas.microsoft.com/office/powerpoint/2010/main" val="93578116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Large Image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35B3C3-BBD2-448E-92B3-541E3EE6E7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2" y="0"/>
            <a:ext cx="12194823" cy="6859588"/>
          </a:xfrm>
          <a:prstGeom prst="rect">
            <a:avLst/>
          </a:prstGeom>
        </p:spPr>
      </p:pic>
      <p:sp>
        <p:nvSpPr>
          <p:cNvPr id="22" name="Text Placeholder 55">
            <a:extLst>
              <a:ext uri="{FF2B5EF4-FFF2-40B4-BE49-F238E27FC236}">
                <a16:creationId xmlns:a16="http://schemas.microsoft.com/office/drawing/2014/main" id="{5FAA94E6-4704-4E51-ACB3-3E980D1A746D}"/>
              </a:ext>
            </a:extLst>
          </p:cNvPr>
          <p:cNvSpPr>
            <a:spLocks noGrp="1"/>
          </p:cNvSpPr>
          <p:nvPr>
            <p:ph type="body" sz="quarter" idx="19" hasCustomPrompt="1"/>
          </p:nvPr>
        </p:nvSpPr>
        <p:spPr>
          <a:xfrm>
            <a:off x="560921" y="5783703"/>
            <a:ext cx="3762794" cy="382147"/>
          </a:xfrm>
        </p:spPr>
        <p:txBody>
          <a:bodyPr lIns="0" rIns="0" anchor="ctr">
            <a:normAutofit/>
          </a:bodyPr>
          <a:lstStyle>
            <a:lvl1pPr algn="l">
              <a:lnSpc>
                <a:spcPct val="100000"/>
              </a:lnSpc>
              <a:spcAft>
                <a:spcPts val="0"/>
              </a:spcAft>
              <a:defRPr sz="1200" b="1" cap="none" baseline="0">
                <a:solidFill>
                  <a:schemeClr val="bg1"/>
                </a:solidFill>
              </a:defRPr>
            </a:lvl1pPr>
            <a:lvl2pPr algn="l">
              <a:lnSpc>
                <a:spcPct val="100000"/>
              </a:lnSpc>
              <a:spcAft>
                <a:spcPts val="0"/>
              </a:spcAft>
              <a:defRPr sz="1400">
                <a:solidFill>
                  <a:schemeClr val="tx1"/>
                </a:solidFill>
              </a:defRPr>
            </a:lvl2pPr>
            <a:lvl3pPr algn="l">
              <a:lnSpc>
                <a:spcPct val="100000"/>
              </a:lnSpc>
              <a:spcAft>
                <a:spcPts val="0"/>
              </a:spcAft>
              <a:defRPr>
                <a:solidFill>
                  <a:schemeClr val="tx1"/>
                </a:solidFill>
              </a:defRPr>
            </a:lvl3pPr>
            <a:lvl4pPr marL="0" indent="0" algn="l">
              <a:spcBef>
                <a:spcPts val="0"/>
              </a:spcBef>
              <a:spcAft>
                <a:spcPts val="0"/>
              </a:spcAft>
              <a:buNone/>
              <a:defRPr>
                <a:solidFill>
                  <a:schemeClr val="tx1"/>
                </a:solidFill>
              </a:defRPr>
            </a:lvl4pPr>
            <a:lvl5pPr marL="0" indent="0" algn="l">
              <a:spcBef>
                <a:spcPts val="0"/>
              </a:spcBef>
              <a:spcAft>
                <a:spcPts val="0"/>
              </a:spcAft>
              <a:buNone/>
              <a:defRPr sz="1400">
                <a:solidFill>
                  <a:schemeClr val="tx1"/>
                </a:solidFill>
              </a:defRPr>
            </a:lvl5pPr>
            <a:lvl6pPr marL="0" indent="0">
              <a:lnSpc>
                <a:spcPct val="100000"/>
              </a:lnSpc>
              <a:spcBef>
                <a:spcPts val="0"/>
              </a:spcBef>
              <a:buNone/>
              <a:defRPr sz="1400"/>
            </a:lvl6pPr>
            <a:lvl7pPr marL="0" indent="0">
              <a:lnSpc>
                <a:spcPct val="100000"/>
              </a:lnSpc>
              <a:spcBef>
                <a:spcPts val="0"/>
              </a:spcBef>
              <a:buNone/>
              <a:defRPr sz="1400"/>
            </a:lvl7pPr>
            <a:lvl8pPr marL="0" indent="0">
              <a:lnSpc>
                <a:spcPct val="100000"/>
              </a:lnSpc>
              <a:spcBef>
                <a:spcPts val="0"/>
              </a:spcBef>
              <a:buNone/>
              <a:defRPr sz="1400"/>
            </a:lvl8pPr>
            <a:lvl9pPr marL="0" indent="0">
              <a:lnSpc>
                <a:spcPct val="100000"/>
              </a:lnSpc>
              <a:spcBef>
                <a:spcPts val="0"/>
              </a:spcBef>
              <a:buNone/>
              <a:defRPr sz="1400"/>
            </a:lvl9pPr>
          </a:lstStyle>
          <a:p>
            <a:pPr lvl="0"/>
            <a:r>
              <a:rPr lang="en-GB"/>
              <a:t>Click to edit text</a:t>
            </a:r>
          </a:p>
        </p:txBody>
      </p:sp>
      <p:sp>
        <p:nvSpPr>
          <p:cNvPr id="23" name="Text Placeholder 2">
            <a:extLst>
              <a:ext uri="{FF2B5EF4-FFF2-40B4-BE49-F238E27FC236}">
                <a16:creationId xmlns:a16="http://schemas.microsoft.com/office/drawing/2014/main" id="{DCD9DD10-F9B6-45A4-BD8A-4AA1A8BE1A1D}"/>
              </a:ext>
            </a:extLst>
          </p:cNvPr>
          <p:cNvSpPr>
            <a:spLocks noGrp="1"/>
          </p:cNvSpPr>
          <p:nvPr>
            <p:ph type="body" sz="quarter" idx="21"/>
          </p:nvPr>
        </p:nvSpPr>
        <p:spPr>
          <a:xfrm>
            <a:off x="560921" y="1520825"/>
            <a:ext cx="3762795" cy="3958828"/>
          </a:xfrm>
        </p:spPr>
        <p:txBody>
          <a:bodyPr tIns="0" rIns="0" bIns="0" anchor="b"/>
          <a:lstStyle>
            <a:lvl1pPr marL="0" indent="0" algn="l">
              <a:spcAft>
                <a:spcPts val="0"/>
              </a:spcAft>
              <a:defRPr>
                <a:solidFill>
                  <a:schemeClr val="bg1"/>
                </a:solidFill>
              </a:defRPr>
            </a:lvl1pPr>
            <a:lvl2pPr algn="l">
              <a:spcAft>
                <a:spcPts val="0"/>
              </a:spcAft>
              <a:defRPr>
                <a:solidFill>
                  <a:schemeClr val="bg1"/>
                </a:solidFill>
              </a:defRPr>
            </a:lvl2pPr>
            <a:lvl3pPr algn="l">
              <a:spcAft>
                <a:spcPts val="0"/>
              </a:spcAft>
              <a:defRPr>
                <a:solidFill>
                  <a:schemeClr val="bg1"/>
                </a:solidFill>
              </a:defRPr>
            </a:lvl3pPr>
          </a:lstStyle>
          <a:p>
            <a:pPr lvl="0"/>
            <a:r>
              <a:rPr lang="en-GB"/>
              <a:t>Click to edit Master text styles</a:t>
            </a:r>
          </a:p>
          <a:p>
            <a:pPr lvl="1"/>
            <a:r>
              <a:rPr lang="en-GB"/>
              <a:t>Second level</a:t>
            </a:r>
          </a:p>
          <a:p>
            <a:pPr lvl="2"/>
            <a:r>
              <a:rPr lang="en-GB"/>
              <a:t>Third level</a:t>
            </a:r>
          </a:p>
        </p:txBody>
      </p:sp>
      <p:pic>
        <p:nvPicPr>
          <p:cNvPr id="9" name="Graphic 8">
            <a:extLst>
              <a:ext uri="{FF2B5EF4-FFF2-40B4-BE49-F238E27FC236}">
                <a16:creationId xmlns:a16="http://schemas.microsoft.com/office/drawing/2014/main" id="{7F15297D-CDF8-49C0-8AE1-95303A96667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0563" y="700776"/>
            <a:ext cx="792162" cy="699572"/>
          </a:xfrm>
          <a:prstGeom prst="rect">
            <a:avLst/>
          </a:prstGeom>
        </p:spPr>
      </p:pic>
      <p:sp>
        <p:nvSpPr>
          <p:cNvPr id="10" name="plcSlideNumber">
            <a:extLst>
              <a:ext uri="{FF2B5EF4-FFF2-40B4-BE49-F238E27FC236}">
                <a16:creationId xmlns:a16="http://schemas.microsoft.com/office/drawing/2014/main" id="{26DB7B51-086A-4BE6-AF3D-BFF37C4DB5DC}"/>
              </a:ext>
            </a:extLst>
          </p:cNvPr>
          <p:cNvSpPr>
            <a:spLocks noGrp="1"/>
          </p:cNvSpPr>
          <p:nvPr userDrawn="1"/>
        </p:nvSpPr>
        <p:spPr>
          <a:xfrm>
            <a:off x="5918706" y="6554864"/>
            <a:ext cx="357762"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bg1"/>
                </a:solidFill>
              </a:rPr>
              <a:pPr algn="ctr"/>
              <a:t>‹#›</a:t>
            </a:fld>
            <a:endParaRPr lang="en-GB" sz="800">
              <a:solidFill>
                <a:schemeClr val="bg1"/>
              </a:solidFill>
            </a:endParaRPr>
          </a:p>
        </p:txBody>
      </p:sp>
      <p:sp>
        <p:nvSpPr>
          <p:cNvPr id="11" name="txtFooter">
            <a:extLst>
              <a:ext uri="{FF2B5EF4-FFF2-40B4-BE49-F238E27FC236}">
                <a16:creationId xmlns:a16="http://schemas.microsoft.com/office/drawing/2014/main" id="{DA06BBC0-A82F-41EB-A6AB-7DE7C3E1F36E}"/>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bg1"/>
                </a:solidFill>
              </a:rPr>
              <a:t>© PA Knowledge Limited  |     </a:t>
            </a:r>
            <a:endParaRPr lang="en-GB"/>
          </a:p>
        </p:txBody>
      </p:sp>
      <p:sp>
        <p:nvSpPr>
          <p:cNvPr id="12" name="Rectangle 11" descr="{&quot;templafy&quot;:{&quot;id&quot;:&quot;3258dd9e-036c-441f-b5d7-9918c24dcd95&quot;}}">
            <a:extLst>
              <a:ext uri="{FF2B5EF4-FFF2-40B4-BE49-F238E27FC236}">
                <a16:creationId xmlns:a16="http://schemas.microsoft.com/office/drawing/2014/main" id="{50D0E46F-A3EA-4535-8DC2-340BA31A1F0A}"/>
              </a:ext>
            </a:extLst>
          </p:cNvPr>
          <p:cNvSpPr/>
          <p:nvPr userDrawn="1"/>
        </p:nvSpPr>
        <p:spPr>
          <a:xfrm>
            <a:off x="1807283"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chemeClr val="bg1"/>
                </a:solidFill>
              </a:rPr>
              <a:t>PA Confidential – Internal use only</a:t>
            </a:r>
          </a:p>
        </p:txBody>
      </p:sp>
    </p:spTree>
    <p:extLst>
      <p:ext uri="{BB962C8B-B14F-4D97-AF65-F5344CB8AC3E}">
        <p14:creationId xmlns:p14="http://schemas.microsoft.com/office/powerpoint/2010/main" val="157675148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 Large Image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B7745E-2D62-4232-AC5D-154359BF2B8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52" y="0"/>
            <a:ext cx="12194823" cy="6859588"/>
          </a:xfrm>
          <a:prstGeom prst="rect">
            <a:avLst/>
          </a:prstGeom>
        </p:spPr>
      </p:pic>
      <p:sp>
        <p:nvSpPr>
          <p:cNvPr id="23" name="Text Placeholder 55">
            <a:extLst>
              <a:ext uri="{FF2B5EF4-FFF2-40B4-BE49-F238E27FC236}">
                <a16:creationId xmlns:a16="http://schemas.microsoft.com/office/drawing/2014/main" id="{544D8A63-CEE8-4881-90BE-FB3DAB8CCED1}"/>
              </a:ext>
            </a:extLst>
          </p:cNvPr>
          <p:cNvSpPr>
            <a:spLocks noGrp="1"/>
          </p:cNvSpPr>
          <p:nvPr>
            <p:ph type="body" sz="quarter" idx="22" hasCustomPrompt="1"/>
          </p:nvPr>
        </p:nvSpPr>
        <p:spPr>
          <a:xfrm>
            <a:off x="552451" y="3199225"/>
            <a:ext cx="3767137" cy="381276"/>
          </a:xfrm>
        </p:spPr>
        <p:txBody>
          <a:bodyPr lIns="0" rIns="0" anchor="ctr">
            <a:normAutofit/>
          </a:bodyPr>
          <a:lstStyle>
            <a:lvl1pPr algn="l">
              <a:lnSpc>
                <a:spcPct val="100000"/>
              </a:lnSpc>
              <a:spcAft>
                <a:spcPts val="0"/>
              </a:spcAft>
              <a:defRPr sz="1200" b="1" cap="none" baseline="0">
                <a:solidFill>
                  <a:schemeClr val="accent1"/>
                </a:solidFill>
              </a:defRPr>
            </a:lvl1pPr>
            <a:lvl2pPr algn="l">
              <a:lnSpc>
                <a:spcPct val="100000"/>
              </a:lnSpc>
              <a:spcAft>
                <a:spcPts val="0"/>
              </a:spcAft>
              <a:defRPr sz="1400">
                <a:solidFill>
                  <a:schemeClr val="tx1"/>
                </a:solidFill>
              </a:defRPr>
            </a:lvl2pPr>
            <a:lvl3pPr algn="l">
              <a:lnSpc>
                <a:spcPct val="100000"/>
              </a:lnSpc>
              <a:spcAft>
                <a:spcPts val="0"/>
              </a:spcAft>
              <a:defRPr>
                <a:solidFill>
                  <a:schemeClr val="tx1"/>
                </a:solidFill>
              </a:defRPr>
            </a:lvl3pPr>
            <a:lvl4pPr marL="0" indent="0" algn="l">
              <a:spcBef>
                <a:spcPts val="0"/>
              </a:spcBef>
              <a:spcAft>
                <a:spcPts val="0"/>
              </a:spcAft>
              <a:buNone/>
              <a:defRPr>
                <a:solidFill>
                  <a:schemeClr val="tx1"/>
                </a:solidFill>
              </a:defRPr>
            </a:lvl4pPr>
            <a:lvl5pPr marL="0" indent="0" algn="l">
              <a:spcBef>
                <a:spcPts val="0"/>
              </a:spcBef>
              <a:spcAft>
                <a:spcPts val="0"/>
              </a:spcAft>
              <a:buNone/>
              <a:defRPr sz="1400">
                <a:solidFill>
                  <a:schemeClr val="tx1"/>
                </a:solidFill>
              </a:defRPr>
            </a:lvl5pPr>
            <a:lvl6pPr marL="0" indent="0">
              <a:lnSpc>
                <a:spcPct val="100000"/>
              </a:lnSpc>
              <a:spcBef>
                <a:spcPts val="0"/>
              </a:spcBef>
              <a:buNone/>
              <a:defRPr sz="1400"/>
            </a:lvl6pPr>
            <a:lvl7pPr marL="0" indent="0">
              <a:lnSpc>
                <a:spcPct val="100000"/>
              </a:lnSpc>
              <a:spcBef>
                <a:spcPts val="0"/>
              </a:spcBef>
              <a:buNone/>
              <a:defRPr sz="1400"/>
            </a:lvl7pPr>
            <a:lvl8pPr marL="0" indent="0">
              <a:lnSpc>
                <a:spcPct val="100000"/>
              </a:lnSpc>
              <a:spcBef>
                <a:spcPts val="0"/>
              </a:spcBef>
              <a:buNone/>
              <a:defRPr sz="1400"/>
            </a:lvl8pPr>
            <a:lvl9pPr marL="0" indent="0">
              <a:lnSpc>
                <a:spcPct val="100000"/>
              </a:lnSpc>
              <a:spcBef>
                <a:spcPts val="0"/>
              </a:spcBef>
              <a:buNone/>
              <a:defRPr sz="1400"/>
            </a:lvl9pPr>
          </a:lstStyle>
          <a:p>
            <a:pPr lvl="0"/>
            <a:r>
              <a:rPr lang="en-GB"/>
              <a:t>Click to edit text</a:t>
            </a:r>
          </a:p>
        </p:txBody>
      </p:sp>
      <p:sp>
        <p:nvSpPr>
          <p:cNvPr id="24" name="Text Placeholder 2">
            <a:extLst>
              <a:ext uri="{FF2B5EF4-FFF2-40B4-BE49-F238E27FC236}">
                <a16:creationId xmlns:a16="http://schemas.microsoft.com/office/drawing/2014/main" id="{9951156A-AD8E-4760-84A9-590FB2CB3BCF}"/>
              </a:ext>
            </a:extLst>
          </p:cNvPr>
          <p:cNvSpPr>
            <a:spLocks noGrp="1"/>
          </p:cNvSpPr>
          <p:nvPr>
            <p:ph type="body" sz="quarter" idx="23"/>
          </p:nvPr>
        </p:nvSpPr>
        <p:spPr>
          <a:xfrm>
            <a:off x="552450" y="700776"/>
            <a:ext cx="3767138" cy="2193528"/>
          </a:xfrm>
        </p:spPr>
        <p:txBody>
          <a:bodyPr tIns="0" rIns="0" bIns="0" anchor="b"/>
          <a:lstStyle>
            <a:lvl1pPr marL="0" indent="0" algn="l">
              <a:spcAft>
                <a:spcPts val="0"/>
              </a:spcAft>
              <a:defRPr>
                <a:solidFill>
                  <a:schemeClr val="accent1"/>
                </a:solidFill>
              </a:defRPr>
            </a:lvl1pPr>
            <a:lvl2pPr algn="l">
              <a:spcAft>
                <a:spcPts val="0"/>
              </a:spcAft>
              <a:defRPr>
                <a:solidFill>
                  <a:schemeClr val="accent1"/>
                </a:solidFill>
              </a:defRPr>
            </a:lvl2pPr>
            <a:lvl3pPr algn="l">
              <a:spcAft>
                <a:spcPts val="0"/>
              </a:spcAft>
              <a:defRPr>
                <a:solidFill>
                  <a:schemeClr val="accent1"/>
                </a:solidFill>
              </a:defRPr>
            </a:lvl3pPr>
          </a:lstStyle>
          <a:p>
            <a:pPr lvl="0"/>
            <a:r>
              <a:rPr lang="en-GB"/>
              <a:t>Click to edit Master text styles</a:t>
            </a:r>
          </a:p>
          <a:p>
            <a:pPr lvl="1"/>
            <a:r>
              <a:rPr lang="en-GB"/>
              <a:t>Second level</a:t>
            </a:r>
          </a:p>
          <a:p>
            <a:pPr lvl="2"/>
            <a:r>
              <a:rPr lang="en-GB"/>
              <a:t>Third level</a:t>
            </a:r>
          </a:p>
        </p:txBody>
      </p:sp>
      <p:pic>
        <p:nvPicPr>
          <p:cNvPr id="9" name="Graphic 8">
            <a:extLst>
              <a:ext uri="{FF2B5EF4-FFF2-40B4-BE49-F238E27FC236}">
                <a16:creationId xmlns:a16="http://schemas.microsoft.com/office/drawing/2014/main" id="{53EA7DF7-6844-43FA-B044-D3D044C81D7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50563" y="700776"/>
            <a:ext cx="792162" cy="699572"/>
          </a:xfrm>
          <a:prstGeom prst="rect">
            <a:avLst/>
          </a:prstGeom>
        </p:spPr>
      </p:pic>
      <p:sp>
        <p:nvSpPr>
          <p:cNvPr id="10" name="plcSlideNumber">
            <a:extLst>
              <a:ext uri="{FF2B5EF4-FFF2-40B4-BE49-F238E27FC236}">
                <a16:creationId xmlns:a16="http://schemas.microsoft.com/office/drawing/2014/main" id="{2509814B-0DDC-47C0-9461-236B4BB076E2}"/>
              </a:ext>
            </a:extLst>
          </p:cNvPr>
          <p:cNvSpPr>
            <a:spLocks noGrp="1"/>
          </p:cNvSpPr>
          <p:nvPr userDrawn="1"/>
        </p:nvSpPr>
        <p:spPr>
          <a:xfrm>
            <a:off x="5918706" y="6554864"/>
            <a:ext cx="357762"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bg1"/>
                </a:solidFill>
              </a:rPr>
              <a:pPr algn="ctr"/>
              <a:t>‹#›</a:t>
            </a:fld>
            <a:endParaRPr lang="en-GB" sz="800">
              <a:solidFill>
                <a:schemeClr val="bg1"/>
              </a:solidFill>
            </a:endParaRPr>
          </a:p>
        </p:txBody>
      </p:sp>
      <p:sp>
        <p:nvSpPr>
          <p:cNvPr id="11" name="txtFooter">
            <a:extLst>
              <a:ext uri="{FF2B5EF4-FFF2-40B4-BE49-F238E27FC236}">
                <a16:creationId xmlns:a16="http://schemas.microsoft.com/office/drawing/2014/main" id="{77C9EA77-97C0-4938-9ADE-1C628E222738}"/>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bg1"/>
                </a:solidFill>
              </a:rPr>
              <a:t>© PA Knowledge Limited  |     </a:t>
            </a:r>
            <a:endParaRPr lang="en-GB"/>
          </a:p>
        </p:txBody>
      </p:sp>
      <p:sp>
        <p:nvSpPr>
          <p:cNvPr id="12" name="Rectangle 11" descr="{&quot;templafy&quot;:{&quot;id&quot;:&quot;d130a429-1216-41db-bd84-a2118faf80c6&quot;}}">
            <a:extLst>
              <a:ext uri="{FF2B5EF4-FFF2-40B4-BE49-F238E27FC236}">
                <a16:creationId xmlns:a16="http://schemas.microsoft.com/office/drawing/2014/main" id="{093F4C7E-BD8C-4CF1-84CD-0543921C4E96}"/>
              </a:ext>
            </a:extLst>
          </p:cNvPr>
          <p:cNvSpPr/>
          <p:nvPr userDrawn="1"/>
        </p:nvSpPr>
        <p:spPr>
          <a:xfrm>
            <a:off x="1807283"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chemeClr val="bg1"/>
                </a:solidFill>
              </a:rPr>
              <a:t>PA Confidential – Internal use only</a:t>
            </a:r>
          </a:p>
        </p:txBody>
      </p:sp>
    </p:spTree>
    <p:extLst>
      <p:ext uri="{BB962C8B-B14F-4D97-AF65-F5344CB8AC3E}">
        <p14:creationId xmlns:p14="http://schemas.microsoft.com/office/powerpoint/2010/main" val="190029171"/>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files - One Profil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9D2CD2C4-CBA4-4A38-B597-133D9D97BF7F}"/>
              </a:ext>
            </a:extLst>
          </p:cNvPr>
          <p:cNvSpPr/>
          <p:nvPr userDrawn="1"/>
        </p:nvSpPr>
        <p:spPr>
          <a:xfrm>
            <a:off x="7105651" y="0"/>
            <a:ext cx="5089525" cy="6859588"/>
          </a:xfrm>
          <a:custGeom>
            <a:avLst/>
            <a:gdLst>
              <a:gd name="connsiteX0" fmla="*/ 89804 w 5089525"/>
              <a:gd name="connsiteY0" fmla="*/ 0 h 6859588"/>
              <a:gd name="connsiteX1" fmla="*/ 5089525 w 5089525"/>
              <a:gd name="connsiteY1" fmla="*/ 0 h 6859588"/>
              <a:gd name="connsiteX2" fmla="*/ 5089525 w 5089525"/>
              <a:gd name="connsiteY2" fmla="*/ 6859588 h 6859588"/>
              <a:gd name="connsiteX3" fmla="*/ 89804 w 5089525"/>
              <a:gd name="connsiteY3" fmla="*/ 6859588 h 6859588"/>
              <a:gd name="connsiteX4" fmla="*/ 0 w 5089525"/>
              <a:gd name="connsiteY4" fmla="*/ 6769784 h 6859588"/>
              <a:gd name="connsiteX5" fmla="*/ 0 w 5089525"/>
              <a:gd name="connsiteY5" fmla="*/ 89804 h 6859588"/>
              <a:gd name="connsiteX6" fmla="*/ 89804 w 5089525"/>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9525" h="6859588">
                <a:moveTo>
                  <a:pt x="89804" y="0"/>
                </a:moveTo>
                <a:lnTo>
                  <a:pt x="5089525" y="0"/>
                </a:lnTo>
                <a:lnTo>
                  <a:pt x="5089525" y="6859588"/>
                </a:lnTo>
                <a:lnTo>
                  <a:pt x="89804" y="6859588"/>
                </a:lnTo>
                <a:cubicBezTo>
                  <a:pt x="40207" y="6859588"/>
                  <a:pt x="0" y="6819381"/>
                  <a:pt x="0" y="6769784"/>
                </a:cubicBezTo>
                <a:lnTo>
                  <a:pt x="0" y="89804"/>
                </a:lnTo>
                <a:cubicBezTo>
                  <a:pt x="0" y="40207"/>
                  <a:pt x="40207" y="0"/>
                  <a:pt x="8980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00"/>
          </a:p>
        </p:txBody>
      </p:sp>
      <p:sp>
        <p:nvSpPr>
          <p:cNvPr id="13" name="Content Placeholder 2">
            <a:extLst>
              <a:ext uri="{FF2B5EF4-FFF2-40B4-BE49-F238E27FC236}">
                <a16:creationId xmlns:a16="http://schemas.microsoft.com/office/drawing/2014/main" id="{D8788A95-A374-4690-B6FE-DCC823436A46}"/>
              </a:ext>
            </a:extLst>
          </p:cNvPr>
          <p:cNvSpPr>
            <a:spLocks noGrp="1"/>
          </p:cNvSpPr>
          <p:nvPr>
            <p:ph idx="1"/>
          </p:nvPr>
        </p:nvSpPr>
        <p:spPr>
          <a:xfrm>
            <a:off x="2425700" y="1630363"/>
            <a:ext cx="4320000" cy="4535487"/>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Picture Placeholder 14">
            <a:extLst>
              <a:ext uri="{FF2B5EF4-FFF2-40B4-BE49-F238E27FC236}">
                <a16:creationId xmlns:a16="http://schemas.microsoft.com/office/drawing/2014/main" id="{A2B9F47C-EF60-45DE-A234-D7903AF19AC6}"/>
              </a:ext>
            </a:extLst>
          </p:cNvPr>
          <p:cNvSpPr>
            <a:spLocks noGrp="1"/>
          </p:cNvSpPr>
          <p:nvPr>
            <p:ph type="pic" sz="quarter" idx="15"/>
          </p:nvPr>
        </p:nvSpPr>
        <p:spPr>
          <a:xfrm>
            <a:off x="552450" y="693738"/>
            <a:ext cx="1584000" cy="1584000"/>
          </a:xfrm>
          <a:prstGeom prst="roundRect">
            <a:avLst>
              <a:gd name="adj" fmla="val 5413"/>
            </a:avLst>
          </a:prstGeom>
          <a:solidFill>
            <a:srgbClr val="FAECBD"/>
          </a:solidFill>
          <a:ln w="19050">
            <a:noFill/>
          </a:ln>
        </p:spPr>
        <p:txBody>
          <a:bodyPr lIns="36000" tIns="36000" rIns="36000" bIns="36000" anchor="ctr"/>
          <a:lstStyle>
            <a:lvl1pPr algn="ctr">
              <a:defRPr>
                <a:solidFill>
                  <a:schemeClr val="bg1"/>
                </a:solidFill>
              </a:defRPr>
            </a:lvl1pPr>
          </a:lstStyle>
          <a:p>
            <a:endParaRPr lang="en-GB"/>
          </a:p>
        </p:txBody>
      </p:sp>
      <p:sp>
        <p:nvSpPr>
          <p:cNvPr id="16" name="Content Placeholder 2">
            <a:extLst>
              <a:ext uri="{FF2B5EF4-FFF2-40B4-BE49-F238E27FC236}">
                <a16:creationId xmlns:a16="http://schemas.microsoft.com/office/drawing/2014/main" id="{B0103CF0-AA81-4CEA-A4D1-6FF02A7ADDB3}"/>
              </a:ext>
            </a:extLst>
          </p:cNvPr>
          <p:cNvSpPr>
            <a:spLocks noGrp="1"/>
          </p:cNvSpPr>
          <p:nvPr>
            <p:ph idx="16"/>
          </p:nvPr>
        </p:nvSpPr>
        <p:spPr>
          <a:xfrm>
            <a:off x="7339582" y="737870"/>
            <a:ext cx="4320000" cy="5427980"/>
          </a:xfrm>
        </p:spPr>
        <p:txBody>
          <a:bodyPr rIns="0">
            <a:noAutofit/>
          </a:bodyPr>
          <a:lstStyle>
            <a:lvl1pPr>
              <a:defRPr>
                <a:solidFill>
                  <a:schemeClr val="bg1"/>
                </a:solidFill>
              </a:defRPr>
            </a:lvl1pPr>
            <a:lvl2pPr>
              <a:spcBef>
                <a:spcPts val="0"/>
              </a:spcBef>
              <a:defRPr>
                <a:solidFill>
                  <a:schemeClr val="bg1"/>
                </a:solidFill>
              </a:defRPr>
            </a:lvl2pPr>
            <a:lvl3pPr>
              <a:defRPr>
                <a:solidFill>
                  <a:schemeClr val="bg1"/>
                </a:solidFill>
              </a:defRPr>
            </a:lvl3pPr>
            <a:lvl4pPr>
              <a:buClrTx/>
              <a:defRPr>
                <a:solidFill>
                  <a:schemeClr val="bg1"/>
                </a:solidFill>
              </a:defRPr>
            </a:lvl4pPr>
            <a:lvl5pPr>
              <a:buClrTx/>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ext Placeholder 7">
            <a:extLst>
              <a:ext uri="{FF2B5EF4-FFF2-40B4-BE49-F238E27FC236}">
                <a16:creationId xmlns:a16="http://schemas.microsoft.com/office/drawing/2014/main" id="{E69EB36B-7DC5-4D1F-B087-048EA4D1F104}"/>
              </a:ext>
            </a:extLst>
          </p:cNvPr>
          <p:cNvSpPr>
            <a:spLocks noGrp="1"/>
          </p:cNvSpPr>
          <p:nvPr>
            <p:ph type="body" sz="quarter" idx="13" hasCustomPrompt="1"/>
          </p:nvPr>
        </p:nvSpPr>
        <p:spPr>
          <a:xfrm>
            <a:off x="2428240" y="696914"/>
            <a:ext cx="431746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tx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17" name="Straight Connector 16">
            <a:extLst>
              <a:ext uri="{FF2B5EF4-FFF2-40B4-BE49-F238E27FC236}">
                <a16:creationId xmlns:a16="http://schemas.microsoft.com/office/drawing/2014/main" id="{6C68EB18-3156-4369-A60E-B4A2D49A5780}"/>
              </a:ext>
            </a:extLst>
          </p:cNvPr>
          <p:cNvCxnSpPr>
            <a:cxnSpLocks/>
          </p:cNvCxnSpPr>
          <p:nvPr userDrawn="1"/>
        </p:nvCxnSpPr>
        <p:spPr>
          <a:xfrm>
            <a:off x="2425700"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175852"/>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ofiles - One Profile - Dark">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8788A95-A374-4690-B6FE-DCC823436A46}"/>
              </a:ext>
            </a:extLst>
          </p:cNvPr>
          <p:cNvSpPr>
            <a:spLocks noGrp="1"/>
          </p:cNvSpPr>
          <p:nvPr>
            <p:ph idx="1"/>
          </p:nvPr>
        </p:nvSpPr>
        <p:spPr>
          <a:xfrm>
            <a:off x="2425700" y="1630363"/>
            <a:ext cx="4320000" cy="4535487"/>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Picture Placeholder 14">
            <a:extLst>
              <a:ext uri="{FF2B5EF4-FFF2-40B4-BE49-F238E27FC236}">
                <a16:creationId xmlns:a16="http://schemas.microsoft.com/office/drawing/2014/main" id="{A2B9F47C-EF60-45DE-A234-D7903AF19AC6}"/>
              </a:ext>
            </a:extLst>
          </p:cNvPr>
          <p:cNvSpPr>
            <a:spLocks noGrp="1"/>
          </p:cNvSpPr>
          <p:nvPr>
            <p:ph type="pic" sz="quarter" idx="15"/>
          </p:nvPr>
        </p:nvSpPr>
        <p:spPr>
          <a:xfrm>
            <a:off x="552450"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16" name="Content Placeholder 2">
            <a:extLst>
              <a:ext uri="{FF2B5EF4-FFF2-40B4-BE49-F238E27FC236}">
                <a16:creationId xmlns:a16="http://schemas.microsoft.com/office/drawing/2014/main" id="{B0103CF0-AA81-4CEA-A4D1-6FF02A7ADDB3}"/>
              </a:ext>
            </a:extLst>
          </p:cNvPr>
          <p:cNvSpPr>
            <a:spLocks noGrp="1"/>
          </p:cNvSpPr>
          <p:nvPr>
            <p:ph idx="16"/>
          </p:nvPr>
        </p:nvSpPr>
        <p:spPr>
          <a:xfrm>
            <a:off x="7339582" y="737870"/>
            <a:ext cx="4320000" cy="5427980"/>
          </a:xfrm>
        </p:spPr>
        <p:txBody>
          <a:bodyPr rIns="0">
            <a:noAutofit/>
          </a:bodyPr>
          <a:lstStyle>
            <a:lvl1pPr>
              <a:defRPr>
                <a:solidFill>
                  <a:schemeClr val="bg1"/>
                </a:solidFill>
              </a:defRPr>
            </a:lvl1pPr>
            <a:lvl2pPr>
              <a:spcBef>
                <a:spcPts val="0"/>
              </a:spcBef>
              <a:defRPr>
                <a:solidFill>
                  <a:schemeClr val="bg1"/>
                </a:solidFill>
              </a:defRPr>
            </a:lvl2pPr>
            <a:lvl3pPr>
              <a:defRPr>
                <a:solidFill>
                  <a:schemeClr val="bg1"/>
                </a:solidFill>
              </a:defRPr>
            </a:lvl3pPr>
            <a:lvl4pPr>
              <a:buClrTx/>
              <a:defRPr>
                <a:solidFill>
                  <a:schemeClr val="bg1"/>
                </a:solidFill>
              </a:defRPr>
            </a:lvl4pPr>
            <a:lvl5pPr>
              <a:buClrTx/>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ext Placeholder 7">
            <a:extLst>
              <a:ext uri="{FF2B5EF4-FFF2-40B4-BE49-F238E27FC236}">
                <a16:creationId xmlns:a16="http://schemas.microsoft.com/office/drawing/2014/main" id="{E69EB36B-7DC5-4D1F-B087-048EA4D1F104}"/>
              </a:ext>
            </a:extLst>
          </p:cNvPr>
          <p:cNvSpPr>
            <a:spLocks noGrp="1"/>
          </p:cNvSpPr>
          <p:nvPr>
            <p:ph type="body" sz="quarter" idx="13" hasCustomPrompt="1"/>
          </p:nvPr>
        </p:nvSpPr>
        <p:spPr>
          <a:xfrm>
            <a:off x="2428240" y="696914"/>
            <a:ext cx="431746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17" name="Straight Connector 16">
            <a:extLst>
              <a:ext uri="{FF2B5EF4-FFF2-40B4-BE49-F238E27FC236}">
                <a16:creationId xmlns:a16="http://schemas.microsoft.com/office/drawing/2014/main" id="{6C68EB18-3156-4369-A60E-B4A2D49A5780}"/>
              </a:ext>
            </a:extLst>
          </p:cNvPr>
          <p:cNvCxnSpPr>
            <a:cxnSpLocks/>
          </p:cNvCxnSpPr>
          <p:nvPr userDrawn="1"/>
        </p:nvCxnSpPr>
        <p:spPr>
          <a:xfrm>
            <a:off x="2425700"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771823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rofiles - Two Profiles">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5FFFD768-DC79-4EC3-A7B9-9A67F6799615}"/>
              </a:ext>
            </a:extLst>
          </p:cNvPr>
          <p:cNvSpPr>
            <a:spLocks noGrp="1"/>
          </p:cNvSpPr>
          <p:nvPr>
            <p:ph idx="1"/>
          </p:nvPr>
        </p:nvSpPr>
        <p:spPr>
          <a:xfrm>
            <a:off x="2425700" y="1630363"/>
            <a:ext cx="3456001" cy="4535487"/>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Picture Placeholder 14">
            <a:extLst>
              <a:ext uri="{FF2B5EF4-FFF2-40B4-BE49-F238E27FC236}">
                <a16:creationId xmlns:a16="http://schemas.microsoft.com/office/drawing/2014/main" id="{CBD22EAF-3F7F-445F-9FCF-D3E18E624184}"/>
              </a:ext>
            </a:extLst>
          </p:cNvPr>
          <p:cNvSpPr>
            <a:spLocks noGrp="1"/>
          </p:cNvSpPr>
          <p:nvPr>
            <p:ph type="pic" sz="quarter" idx="15"/>
          </p:nvPr>
        </p:nvSpPr>
        <p:spPr>
          <a:xfrm>
            <a:off x="552450"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15" name="Text Placeholder 7">
            <a:extLst>
              <a:ext uri="{FF2B5EF4-FFF2-40B4-BE49-F238E27FC236}">
                <a16:creationId xmlns:a16="http://schemas.microsoft.com/office/drawing/2014/main" id="{9F5541FC-FA31-4787-BB4A-811EFA1B0DCD}"/>
              </a:ext>
            </a:extLst>
          </p:cNvPr>
          <p:cNvSpPr>
            <a:spLocks noGrp="1"/>
          </p:cNvSpPr>
          <p:nvPr>
            <p:ph type="body" sz="quarter" idx="13" hasCustomPrompt="1"/>
          </p:nvPr>
        </p:nvSpPr>
        <p:spPr>
          <a:xfrm>
            <a:off x="2428240"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16" name="Straight Connector 15">
            <a:extLst>
              <a:ext uri="{FF2B5EF4-FFF2-40B4-BE49-F238E27FC236}">
                <a16:creationId xmlns:a16="http://schemas.microsoft.com/office/drawing/2014/main" id="{24D3174D-34D8-4357-9D78-1BD6AE909494}"/>
              </a:ext>
            </a:extLst>
          </p:cNvPr>
          <p:cNvCxnSpPr>
            <a:cxnSpLocks/>
          </p:cNvCxnSpPr>
          <p:nvPr userDrawn="1"/>
        </p:nvCxnSpPr>
        <p:spPr>
          <a:xfrm>
            <a:off x="2425700"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09DE5AC3-2622-43C8-A15A-B03CB82F9E0F}"/>
              </a:ext>
            </a:extLst>
          </p:cNvPr>
          <p:cNvSpPr>
            <a:spLocks noGrp="1"/>
          </p:cNvSpPr>
          <p:nvPr>
            <p:ph idx="16"/>
          </p:nvPr>
        </p:nvSpPr>
        <p:spPr>
          <a:xfrm>
            <a:off x="8044201" y="1630363"/>
            <a:ext cx="3456001" cy="4535487"/>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Picture Placeholder 14">
            <a:extLst>
              <a:ext uri="{FF2B5EF4-FFF2-40B4-BE49-F238E27FC236}">
                <a16:creationId xmlns:a16="http://schemas.microsoft.com/office/drawing/2014/main" id="{24B0C9EB-C647-4C3A-AE4F-3968CBC6A010}"/>
              </a:ext>
            </a:extLst>
          </p:cNvPr>
          <p:cNvSpPr>
            <a:spLocks noGrp="1"/>
          </p:cNvSpPr>
          <p:nvPr>
            <p:ph type="pic" sz="quarter" idx="17"/>
          </p:nvPr>
        </p:nvSpPr>
        <p:spPr>
          <a:xfrm>
            <a:off x="6170951"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22" name="Text Placeholder 7">
            <a:extLst>
              <a:ext uri="{FF2B5EF4-FFF2-40B4-BE49-F238E27FC236}">
                <a16:creationId xmlns:a16="http://schemas.microsoft.com/office/drawing/2014/main" id="{BDE548DD-43B0-4AF6-B57F-91DE54E3789B}"/>
              </a:ext>
            </a:extLst>
          </p:cNvPr>
          <p:cNvSpPr>
            <a:spLocks noGrp="1"/>
          </p:cNvSpPr>
          <p:nvPr>
            <p:ph type="body" sz="quarter" idx="18" hasCustomPrompt="1"/>
          </p:nvPr>
        </p:nvSpPr>
        <p:spPr>
          <a:xfrm>
            <a:off x="8046741"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27" name="Straight Connector 26">
            <a:extLst>
              <a:ext uri="{FF2B5EF4-FFF2-40B4-BE49-F238E27FC236}">
                <a16:creationId xmlns:a16="http://schemas.microsoft.com/office/drawing/2014/main" id="{42144227-E658-4B0E-A01D-01443608F0D6}"/>
              </a:ext>
            </a:extLst>
          </p:cNvPr>
          <p:cNvCxnSpPr>
            <a:cxnSpLocks/>
          </p:cNvCxnSpPr>
          <p:nvPr userDrawn="1"/>
        </p:nvCxnSpPr>
        <p:spPr>
          <a:xfrm>
            <a:off x="8044201"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02326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rofiles - Two Profiles - Dark">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5FFFD768-DC79-4EC3-A7B9-9A67F6799615}"/>
              </a:ext>
            </a:extLst>
          </p:cNvPr>
          <p:cNvSpPr>
            <a:spLocks noGrp="1"/>
          </p:cNvSpPr>
          <p:nvPr>
            <p:ph idx="1"/>
          </p:nvPr>
        </p:nvSpPr>
        <p:spPr>
          <a:xfrm>
            <a:off x="2425700" y="1630363"/>
            <a:ext cx="3456001" cy="4535487"/>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Picture Placeholder 14">
            <a:extLst>
              <a:ext uri="{FF2B5EF4-FFF2-40B4-BE49-F238E27FC236}">
                <a16:creationId xmlns:a16="http://schemas.microsoft.com/office/drawing/2014/main" id="{CBD22EAF-3F7F-445F-9FCF-D3E18E624184}"/>
              </a:ext>
            </a:extLst>
          </p:cNvPr>
          <p:cNvSpPr>
            <a:spLocks noGrp="1"/>
          </p:cNvSpPr>
          <p:nvPr>
            <p:ph type="pic" sz="quarter" idx="15"/>
          </p:nvPr>
        </p:nvSpPr>
        <p:spPr>
          <a:xfrm>
            <a:off x="552450"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15" name="Text Placeholder 7">
            <a:extLst>
              <a:ext uri="{FF2B5EF4-FFF2-40B4-BE49-F238E27FC236}">
                <a16:creationId xmlns:a16="http://schemas.microsoft.com/office/drawing/2014/main" id="{9F5541FC-FA31-4787-BB4A-811EFA1B0DCD}"/>
              </a:ext>
            </a:extLst>
          </p:cNvPr>
          <p:cNvSpPr>
            <a:spLocks noGrp="1"/>
          </p:cNvSpPr>
          <p:nvPr>
            <p:ph type="body" sz="quarter" idx="13" hasCustomPrompt="1"/>
          </p:nvPr>
        </p:nvSpPr>
        <p:spPr>
          <a:xfrm>
            <a:off x="2428240"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16" name="Straight Connector 15">
            <a:extLst>
              <a:ext uri="{FF2B5EF4-FFF2-40B4-BE49-F238E27FC236}">
                <a16:creationId xmlns:a16="http://schemas.microsoft.com/office/drawing/2014/main" id="{24D3174D-34D8-4357-9D78-1BD6AE909494}"/>
              </a:ext>
            </a:extLst>
          </p:cNvPr>
          <p:cNvCxnSpPr>
            <a:cxnSpLocks/>
          </p:cNvCxnSpPr>
          <p:nvPr userDrawn="1"/>
        </p:nvCxnSpPr>
        <p:spPr>
          <a:xfrm>
            <a:off x="2425700"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09DE5AC3-2622-43C8-A15A-B03CB82F9E0F}"/>
              </a:ext>
            </a:extLst>
          </p:cNvPr>
          <p:cNvSpPr>
            <a:spLocks noGrp="1"/>
          </p:cNvSpPr>
          <p:nvPr>
            <p:ph idx="16"/>
          </p:nvPr>
        </p:nvSpPr>
        <p:spPr>
          <a:xfrm>
            <a:off x="8044201" y="1630363"/>
            <a:ext cx="3456001" cy="4535487"/>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Picture Placeholder 14">
            <a:extLst>
              <a:ext uri="{FF2B5EF4-FFF2-40B4-BE49-F238E27FC236}">
                <a16:creationId xmlns:a16="http://schemas.microsoft.com/office/drawing/2014/main" id="{24B0C9EB-C647-4C3A-AE4F-3968CBC6A010}"/>
              </a:ext>
            </a:extLst>
          </p:cNvPr>
          <p:cNvSpPr>
            <a:spLocks noGrp="1"/>
          </p:cNvSpPr>
          <p:nvPr>
            <p:ph type="pic" sz="quarter" idx="17"/>
          </p:nvPr>
        </p:nvSpPr>
        <p:spPr>
          <a:xfrm>
            <a:off x="6170951"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22" name="Text Placeholder 7">
            <a:extLst>
              <a:ext uri="{FF2B5EF4-FFF2-40B4-BE49-F238E27FC236}">
                <a16:creationId xmlns:a16="http://schemas.microsoft.com/office/drawing/2014/main" id="{BDE548DD-43B0-4AF6-B57F-91DE54E3789B}"/>
              </a:ext>
            </a:extLst>
          </p:cNvPr>
          <p:cNvSpPr>
            <a:spLocks noGrp="1"/>
          </p:cNvSpPr>
          <p:nvPr>
            <p:ph type="body" sz="quarter" idx="18" hasCustomPrompt="1"/>
          </p:nvPr>
        </p:nvSpPr>
        <p:spPr>
          <a:xfrm>
            <a:off x="8046741"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27" name="Straight Connector 26">
            <a:extLst>
              <a:ext uri="{FF2B5EF4-FFF2-40B4-BE49-F238E27FC236}">
                <a16:creationId xmlns:a16="http://schemas.microsoft.com/office/drawing/2014/main" id="{42144227-E658-4B0E-A01D-01443608F0D6}"/>
              </a:ext>
            </a:extLst>
          </p:cNvPr>
          <p:cNvCxnSpPr>
            <a:cxnSpLocks/>
          </p:cNvCxnSpPr>
          <p:nvPr userDrawn="1"/>
        </p:nvCxnSpPr>
        <p:spPr>
          <a:xfrm>
            <a:off x="8044201"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017715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rofiles - Four Profiles">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CBC5AE41-5438-4FD3-9740-463599D0FEC6}"/>
              </a:ext>
            </a:extLst>
          </p:cNvPr>
          <p:cNvSpPr>
            <a:spLocks noGrp="1"/>
          </p:cNvSpPr>
          <p:nvPr>
            <p:ph idx="1"/>
          </p:nvPr>
        </p:nvSpPr>
        <p:spPr>
          <a:xfrm>
            <a:off x="2425700" y="1630364"/>
            <a:ext cx="3456001" cy="1727200"/>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Picture Placeholder 14">
            <a:extLst>
              <a:ext uri="{FF2B5EF4-FFF2-40B4-BE49-F238E27FC236}">
                <a16:creationId xmlns:a16="http://schemas.microsoft.com/office/drawing/2014/main" id="{B3B60367-D03F-4045-BA7A-04DDDB58D547}"/>
              </a:ext>
            </a:extLst>
          </p:cNvPr>
          <p:cNvSpPr>
            <a:spLocks noGrp="1"/>
          </p:cNvSpPr>
          <p:nvPr>
            <p:ph type="pic" sz="quarter" idx="15"/>
          </p:nvPr>
        </p:nvSpPr>
        <p:spPr>
          <a:xfrm>
            <a:off x="552450"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25" name="Text Placeholder 7">
            <a:extLst>
              <a:ext uri="{FF2B5EF4-FFF2-40B4-BE49-F238E27FC236}">
                <a16:creationId xmlns:a16="http://schemas.microsoft.com/office/drawing/2014/main" id="{2F8556F8-850D-48D8-9FBF-EA96E2925A12}"/>
              </a:ext>
            </a:extLst>
          </p:cNvPr>
          <p:cNvSpPr>
            <a:spLocks noGrp="1"/>
          </p:cNvSpPr>
          <p:nvPr>
            <p:ph type="body" sz="quarter" idx="13" hasCustomPrompt="1"/>
          </p:nvPr>
        </p:nvSpPr>
        <p:spPr>
          <a:xfrm>
            <a:off x="2428240"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26" name="Straight Connector 25">
            <a:extLst>
              <a:ext uri="{FF2B5EF4-FFF2-40B4-BE49-F238E27FC236}">
                <a16:creationId xmlns:a16="http://schemas.microsoft.com/office/drawing/2014/main" id="{171AE972-AE08-4D30-A4A2-C94057F8F0A5}"/>
              </a:ext>
            </a:extLst>
          </p:cNvPr>
          <p:cNvCxnSpPr>
            <a:cxnSpLocks/>
          </p:cNvCxnSpPr>
          <p:nvPr userDrawn="1"/>
        </p:nvCxnSpPr>
        <p:spPr>
          <a:xfrm>
            <a:off x="2425700"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7" name="Content Placeholder 2">
            <a:extLst>
              <a:ext uri="{FF2B5EF4-FFF2-40B4-BE49-F238E27FC236}">
                <a16:creationId xmlns:a16="http://schemas.microsoft.com/office/drawing/2014/main" id="{A7D3A890-5944-4C6A-ADE7-1919E8A87971}"/>
              </a:ext>
            </a:extLst>
          </p:cNvPr>
          <p:cNvSpPr>
            <a:spLocks noGrp="1"/>
          </p:cNvSpPr>
          <p:nvPr>
            <p:ph idx="16"/>
          </p:nvPr>
        </p:nvSpPr>
        <p:spPr>
          <a:xfrm>
            <a:off x="8042275" y="1630364"/>
            <a:ext cx="3456001" cy="1727200"/>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Picture Placeholder 14">
            <a:extLst>
              <a:ext uri="{FF2B5EF4-FFF2-40B4-BE49-F238E27FC236}">
                <a16:creationId xmlns:a16="http://schemas.microsoft.com/office/drawing/2014/main" id="{6245B2C4-EBFE-4544-9DFB-4953F4DD119F}"/>
              </a:ext>
            </a:extLst>
          </p:cNvPr>
          <p:cNvSpPr>
            <a:spLocks noGrp="1"/>
          </p:cNvSpPr>
          <p:nvPr>
            <p:ph type="pic" sz="quarter" idx="17"/>
          </p:nvPr>
        </p:nvSpPr>
        <p:spPr>
          <a:xfrm>
            <a:off x="6169025"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29" name="Text Placeholder 7">
            <a:extLst>
              <a:ext uri="{FF2B5EF4-FFF2-40B4-BE49-F238E27FC236}">
                <a16:creationId xmlns:a16="http://schemas.microsoft.com/office/drawing/2014/main" id="{E3BFAAA9-5C01-43DF-B797-73F076F5D6A2}"/>
              </a:ext>
            </a:extLst>
          </p:cNvPr>
          <p:cNvSpPr>
            <a:spLocks noGrp="1"/>
          </p:cNvSpPr>
          <p:nvPr>
            <p:ph type="body" sz="quarter" idx="18" hasCustomPrompt="1"/>
          </p:nvPr>
        </p:nvSpPr>
        <p:spPr>
          <a:xfrm>
            <a:off x="8044815"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30" name="Straight Connector 29">
            <a:extLst>
              <a:ext uri="{FF2B5EF4-FFF2-40B4-BE49-F238E27FC236}">
                <a16:creationId xmlns:a16="http://schemas.microsoft.com/office/drawing/2014/main" id="{984B0C49-E788-4FE2-8B60-5E9E2618235C}"/>
              </a:ext>
            </a:extLst>
          </p:cNvPr>
          <p:cNvCxnSpPr>
            <a:cxnSpLocks/>
          </p:cNvCxnSpPr>
          <p:nvPr userDrawn="1"/>
        </p:nvCxnSpPr>
        <p:spPr>
          <a:xfrm>
            <a:off x="8042275"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61061E83-BD01-4C7E-A134-3A004A0BA921}"/>
              </a:ext>
            </a:extLst>
          </p:cNvPr>
          <p:cNvSpPr>
            <a:spLocks noGrp="1"/>
          </p:cNvSpPr>
          <p:nvPr>
            <p:ph idx="19"/>
          </p:nvPr>
        </p:nvSpPr>
        <p:spPr>
          <a:xfrm>
            <a:off x="2425700" y="4449289"/>
            <a:ext cx="3456001" cy="1727200"/>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Picture Placeholder 14">
            <a:extLst>
              <a:ext uri="{FF2B5EF4-FFF2-40B4-BE49-F238E27FC236}">
                <a16:creationId xmlns:a16="http://schemas.microsoft.com/office/drawing/2014/main" id="{6BA7A345-7BEF-4FD4-8D5F-59AEC0C10516}"/>
              </a:ext>
            </a:extLst>
          </p:cNvPr>
          <p:cNvSpPr>
            <a:spLocks noGrp="1"/>
          </p:cNvSpPr>
          <p:nvPr>
            <p:ph type="pic" sz="quarter" idx="20"/>
          </p:nvPr>
        </p:nvSpPr>
        <p:spPr>
          <a:xfrm>
            <a:off x="552450" y="3512663"/>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3" name="Text Placeholder 7">
            <a:extLst>
              <a:ext uri="{FF2B5EF4-FFF2-40B4-BE49-F238E27FC236}">
                <a16:creationId xmlns:a16="http://schemas.microsoft.com/office/drawing/2014/main" id="{B95665D2-55F0-47B2-8EC5-FA26CFFD7ED7}"/>
              </a:ext>
            </a:extLst>
          </p:cNvPr>
          <p:cNvSpPr>
            <a:spLocks noGrp="1"/>
          </p:cNvSpPr>
          <p:nvPr>
            <p:ph type="body" sz="quarter" idx="21" hasCustomPrompt="1"/>
          </p:nvPr>
        </p:nvSpPr>
        <p:spPr>
          <a:xfrm>
            <a:off x="2428240" y="3515839"/>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34" name="Straight Connector 33">
            <a:extLst>
              <a:ext uri="{FF2B5EF4-FFF2-40B4-BE49-F238E27FC236}">
                <a16:creationId xmlns:a16="http://schemas.microsoft.com/office/drawing/2014/main" id="{7C988DE4-1B79-497C-AEE1-548C23437828}"/>
              </a:ext>
            </a:extLst>
          </p:cNvPr>
          <p:cNvCxnSpPr>
            <a:cxnSpLocks/>
          </p:cNvCxnSpPr>
          <p:nvPr userDrawn="1"/>
        </p:nvCxnSpPr>
        <p:spPr>
          <a:xfrm>
            <a:off x="2425700" y="4294189"/>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3D317D79-906C-4DDD-8A95-57ADE50BAFC9}"/>
              </a:ext>
            </a:extLst>
          </p:cNvPr>
          <p:cNvSpPr>
            <a:spLocks noGrp="1"/>
          </p:cNvSpPr>
          <p:nvPr>
            <p:ph idx="22"/>
          </p:nvPr>
        </p:nvSpPr>
        <p:spPr>
          <a:xfrm>
            <a:off x="8042275" y="4449289"/>
            <a:ext cx="3456001" cy="1727200"/>
          </a:xfrm>
        </p:spPr>
        <p:txBody>
          <a:bodyPr rIns="0">
            <a:noAutofit/>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6" name="Picture Placeholder 14">
            <a:extLst>
              <a:ext uri="{FF2B5EF4-FFF2-40B4-BE49-F238E27FC236}">
                <a16:creationId xmlns:a16="http://schemas.microsoft.com/office/drawing/2014/main" id="{615EBBA1-48B5-48C8-BF67-FFE323601E85}"/>
              </a:ext>
            </a:extLst>
          </p:cNvPr>
          <p:cNvSpPr>
            <a:spLocks noGrp="1"/>
          </p:cNvSpPr>
          <p:nvPr>
            <p:ph type="pic" sz="quarter" idx="23"/>
          </p:nvPr>
        </p:nvSpPr>
        <p:spPr>
          <a:xfrm>
            <a:off x="6169025" y="3512663"/>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7" name="Text Placeholder 7">
            <a:extLst>
              <a:ext uri="{FF2B5EF4-FFF2-40B4-BE49-F238E27FC236}">
                <a16:creationId xmlns:a16="http://schemas.microsoft.com/office/drawing/2014/main" id="{3DE6C8BB-1E53-42AB-9235-F11000837E3C}"/>
              </a:ext>
            </a:extLst>
          </p:cNvPr>
          <p:cNvSpPr>
            <a:spLocks noGrp="1"/>
          </p:cNvSpPr>
          <p:nvPr>
            <p:ph type="body" sz="quarter" idx="24" hasCustomPrompt="1"/>
          </p:nvPr>
        </p:nvSpPr>
        <p:spPr>
          <a:xfrm>
            <a:off x="8044815" y="3515839"/>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title </a:t>
            </a:r>
          </a:p>
          <a:p>
            <a:pPr lvl="1"/>
            <a:r>
              <a:rPr lang="en-GB"/>
              <a:t>Second level</a:t>
            </a:r>
          </a:p>
        </p:txBody>
      </p:sp>
      <p:cxnSp>
        <p:nvCxnSpPr>
          <p:cNvPr id="38" name="Straight Connector 37">
            <a:extLst>
              <a:ext uri="{FF2B5EF4-FFF2-40B4-BE49-F238E27FC236}">
                <a16:creationId xmlns:a16="http://schemas.microsoft.com/office/drawing/2014/main" id="{2AE03B15-C704-43A4-BE42-62D09237DDEE}"/>
              </a:ext>
            </a:extLst>
          </p:cNvPr>
          <p:cNvCxnSpPr>
            <a:cxnSpLocks/>
          </p:cNvCxnSpPr>
          <p:nvPr userDrawn="1"/>
        </p:nvCxnSpPr>
        <p:spPr>
          <a:xfrm>
            <a:off x="8042275" y="4294189"/>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27802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files - Four Profiles - Dark">
    <p:bg>
      <p:bgPr>
        <a:solidFill>
          <a:schemeClr val="accent1"/>
        </a:solidFill>
        <a:effectLst/>
      </p:bgPr>
    </p:bg>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CBC5AE41-5438-4FD3-9740-463599D0FEC6}"/>
              </a:ext>
            </a:extLst>
          </p:cNvPr>
          <p:cNvSpPr>
            <a:spLocks noGrp="1"/>
          </p:cNvSpPr>
          <p:nvPr>
            <p:ph idx="1"/>
          </p:nvPr>
        </p:nvSpPr>
        <p:spPr>
          <a:xfrm>
            <a:off x="2425700" y="1630364"/>
            <a:ext cx="3456001" cy="1727200"/>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4" name="Picture Placeholder 14">
            <a:extLst>
              <a:ext uri="{FF2B5EF4-FFF2-40B4-BE49-F238E27FC236}">
                <a16:creationId xmlns:a16="http://schemas.microsoft.com/office/drawing/2014/main" id="{B3B60367-D03F-4045-BA7A-04DDDB58D547}"/>
              </a:ext>
            </a:extLst>
          </p:cNvPr>
          <p:cNvSpPr>
            <a:spLocks noGrp="1"/>
          </p:cNvSpPr>
          <p:nvPr>
            <p:ph type="pic" sz="quarter" idx="15"/>
          </p:nvPr>
        </p:nvSpPr>
        <p:spPr>
          <a:xfrm>
            <a:off x="552450"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25" name="Text Placeholder 7">
            <a:extLst>
              <a:ext uri="{FF2B5EF4-FFF2-40B4-BE49-F238E27FC236}">
                <a16:creationId xmlns:a16="http://schemas.microsoft.com/office/drawing/2014/main" id="{2F8556F8-850D-48D8-9FBF-EA96E2925A12}"/>
              </a:ext>
            </a:extLst>
          </p:cNvPr>
          <p:cNvSpPr>
            <a:spLocks noGrp="1"/>
          </p:cNvSpPr>
          <p:nvPr>
            <p:ph type="body" sz="quarter" idx="13" hasCustomPrompt="1"/>
          </p:nvPr>
        </p:nvSpPr>
        <p:spPr>
          <a:xfrm>
            <a:off x="2428240"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26" name="Straight Connector 25">
            <a:extLst>
              <a:ext uri="{FF2B5EF4-FFF2-40B4-BE49-F238E27FC236}">
                <a16:creationId xmlns:a16="http://schemas.microsoft.com/office/drawing/2014/main" id="{171AE972-AE08-4D30-A4A2-C94057F8F0A5}"/>
              </a:ext>
            </a:extLst>
          </p:cNvPr>
          <p:cNvCxnSpPr>
            <a:cxnSpLocks/>
          </p:cNvCxnSpPr>
          <p:nvPr userDrawn="1"/>
        </p:nvCxnSpPr>
        <p:spPr>
          <a:xfrm>
            <a:off x="2425700"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7" name="Content Placeholder 2">
            <a:extLst>
              <a:ext uri="{FF2B5EF4-FFF2-40B4-BE49-F238E27FC236}">
                <a16:creationId xmlns:a16="http://schemas.microsoft.com/office/drawing/2014/main" id="{A7D3A890-5944-4C6A-ADE7-1919E8A87971}"/>
              </a:ext>
            </a:extLst>
          </p:cNvPr>
          <p:cNvSpPr>
            <a:spLocks noGrp="1"/>
          </p:cNvSpPr>
          <p:nvPr>
            <p:ph idx="16"/>
          </p:nvPr>
        </p:nvSpPr>
        <p:spPr>
          <a:xfrm>
            <a:off x="8042275" y="1630364"/>
            <a:ext cx="3456001" cy="1727200"/>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Picture Placeholder 14">
            <a:extLst>
              <a:ext uri="{FF2B5EF4-FFF2-40B4-BE49-F238E27FC236}">
                <a16:creationId xmlns:a16="http://schemas.microsoft.com/office/drawing/2014/main" id="{6245B2C4-EBFE-4544-9DFB-4953F4DD119F}"/>
              </a:ext>
            </a:extLst>
          </p:cNvPr>
          <p:cNvSpPr>
            <a:spLocks noGrp="1"/>
          </p:cNvSpPr>
          <p:nvPr>
            <p:ph type="pic" sz="quarter" idx="17"/>
          </p:nvPr>
        </p:nvSpPr>
        <p:spPr>
          <a:xfrm>
            <a:off x="6169025" y="693738"/>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29" name="Text Placeholder 7">
            <a:extLst>
              <a:ext uri="{FF2B5EF4-FFF2-40B4-BE49-F238E27FC236}">
                <a16:creationId xmlns:a16="http://schemas.microsoft.com/office/drawing/2014/main" id="{E3BFAAA9-5C01-43DF-B797-73F076F5D6A2}"/>
              </a:ext>
            </a:extLst>
          </p:cNvPr>
          <p:cNvSpPr>
            <a:spLocks noGrp="1"/>
          </p:cNvSpPr>
          <p:nvPr>
            <p:ph type="body" sz="quarter" idx="18" hasCustomPrompt="1"/>
          </p:nvPr>
        </p:nvSpPr>
        <p:spPr>
          <a:xfrm>
            <a:off x="8044815" y="696914"/>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30" name="Straight Connector 29">
            <a:extLst>
              <a:ext uri="{FF2B5EF4-FFF2-40B4-BE49-F238E27FC236}">
                <a16:creationId xmlns:a16="http://schemas.microsoft.com/office/drawing/2014/main" id="{984B0C49-E788-4FE2-8B60-5E9E2618235C}"/>
              </a:ext>
            </a:extLst>
          </p:cNvPr>
          <p:cNvCxnSpPr>
            <a:cxnSpLocks/>
          </p:cNvCxnSpPr>
          <p:nvPr userDrawn="1"/>
        </p:nvCxnSpPr>
        <p:spPr>
          <a:xfrm>
            <a:off x="8042275"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61061E83-BD01-4C7E-A134-3A004A0BA921}"/>
              </a:ext>
            </a:extLst>
          </p:cNvPr>
          <p:cNvSpPr>
            <a:spLocks noGrp="1"/>
          </p:cNvSpPr>
          <p:nvPr>
            <p:ph idx="19"/>
          </p:nvPr>
        </p:nvSpPr>
        <p:spPr>
          <a:xfrm>
            <a:off x="2425700" y="4449289"/>
            <a:ext cx="3456001" cy="1727200"/>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Picture Placeholder 14">
            <a:extLst>
              <a:ext uri="{FF2B5EF4-FFF2-40B4-BE49-F238E27FC236}">
                <a16:creationId xmlns:a16="http://schemas.microsoft.com/office/drawing/2014/main" id="{6BA7A345-7BEF-4FD4-8D5F-59AEC0C10516}"/>
              </a:ext>
            </a:extLst>
          </p:cNvPr>
          <p:cNvSpPr>
            <a:spLocks noGrp="1"/>
          </p:cNvSpPr>
          <p:nvPr>
            <p:ph type="pic" sz="quarter" idx="20"/>
          </p:nvPr>
        </p:nvSpPr>
        <p:spPr>
          <a:xfrm>
            <a:off x="552450" y="3512663"/>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3" name="Text Placeholder 7">
            <a:extLst>
              <a:ext uri="{FF2B5EF4-FFF2-40B4-BE49-F238E27FC236}">
                <a16:creationId xmlns:a16="http://schemas.microsoft.com/office/drawing/2014/main" id="{B95665D2-55F0-47B2-8EC5-FA26CFFD7ED7}"/>
              </a:ext>
            </a:extLst>
          </p:cNvPr>
          <p:cNvSpPr>
            <a:spLocks noGrp="1"/>
          </p:cNvSpPr>
          <p:nvPr>
            <p:ph type="body" sz="quarter" idx="21" hasCustomPrompt="1"/>
          </p:nvPr>
        </p:nvSpPr>
        <p:spPr>
          <a:xfrm>
            <a:off x="2428240" y="3515839"/>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34" name="Straight Connector 33">
            <a:extLst>
              <a:ext uri="{FF2B5EF4-FFF2-40B4-BE49-F238E27FC236}">
                <a16:creationId xmlns:a16="http://schemas.microsoft.com/office/drawing/2014/main" id="{7C988DE4-1B79-497C-AEE1-548C23437828}"/>
              </a:ext>
            </a:extLst>
          </p:cNvPr>
          <p:cNvCxnSpPr>
            <a:cxnSpLocks/>
          </p:cNvCxnSpPr>
          <p:nvPr userDrawn="1"/>
        </p:nvCxnSpPr>
        <p:spPr>
          <a:xfrm>
            <a:off x="2425700" y="4294189"/>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5" name="Content Placeholder 2">
            <a:extLst>
              <a:ext uri="{FF2B5EF4-FFF2-40B4-BE49-F238E27FC236}">
                <a16:creationId xmlns:a16="http://schemas.microsoft.com/office/drawing/2014/main" id="{3D317D79-906C-4DDD-8A95-57ADE50BAFC9}"/>
              </a:ext>
            </a:extLst>
          </p:cNvPr>
          <p:cNvSpPr>
            <a:spLocks noGrp="1"/>
          </p:cNvSpPr>
          <p:nvPr>
            <p:ph idx="22"/>
          </p:nvPr>
        </p:nvSpPr>
        <p:spPr>
          <a:xfrm>
            <a:off x="8042275" y="4449289"/>
            <a:ext cx="3456001" cy="1727200"/>
          </a:xfrm>
        </p:spPr>
        <p:txBody>
          <a:bodyPr r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6" name="Picture Placeholder 14">
            <a:extLst>
              <a:ext uri="{FF2B5EF4-FFF2-40B4-BE49-F238E27FC236}">
                <a16:creationId xmlns:a16="http://schemas.microsoft.com/office/drawing/2014/main" id="{615EBBA1-48B5-48C8-BF67-FFE323601E85}"/>
              </a:ext>
            </a:extLst>
          </p:cNvPr>
          <p:cNvSpPr>
            <a:spLocks noGrp="1"/>
          </p:cNvSpPr>
          <p:nvPr>
            <p:ph type="pic" sz="quarter" idx="23"/>
          </p:nvPr>
        </p:nvSpPr>
        <p:spPr>
          <a:xfrm>
            <a:off x="6169025" y="3512663"/>
            <a:ext cx="1584000" cy="1584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7" name="Text Placeholder 7">
            <a:extLst>
              <a:ext uri="{FF2B5EF4-FFF2-40B4-BE49-F238E27FC236}">
                <a16:creationId xmlns:a16="http://schemas.microsoft.com/office/drawing/2014/main" id="{3DE6C8BB-1E53-42AB-9235-F11000837E3C}"/>
              </a:ext>
            </a:extLst>
          </p:cNvPr>
          <p:cNvSpPr>
            <a:spLocks noGrp="1"/>
          </p:cNvSpPr>
          <p:nvPr>
            <p:ph type="body" sz="quarter" idx="24" hasCustomPrompt="1"/>
          </p:nvPr>
        </p:nvSpPr>
        <p:spPr>
          <a:xfrm>
            <a:off x="8044815" y="3515839"/>
            <a:ext cx="3456000" cy="623252"/>
          </a:xfrm>
          <a:prstGeom prst="rect">
            <a:avLst/>
          </a:prstGeom>
        </p:spPr>
        <p:txBody>
          <a:bodyPr tIns="0" bIns="0" anchor="t">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title </a:t>
            </a:r>
          </a:p>
          <a:p>
            <a:pPr lvl="1"/>
            <a:r>
              <a:rPr lang="en-GB"/>
              <a:t>Second level</a:t>
            </a:r>
          </a:p>
        </p:txBody>
      </p:sp>
      <p:cxnSp>
        <p:nvCxnSpPr>
          <p:cNvPr id="38" name="Straight Connector 37">
            <a:extLst>
              <a:ext uri="{FF2B5EF4-FFF2-40B4-BE49-F238E27FC236}">
                <a16:creationId xmlns:a16="http://schemas.microsoft.com/office/drawing/2014/main" id="{2AE03B15-C704-43A4-BE42-62D09237DDEE}"/>
              </a:ext>
            </a:extLst>
          </p:cNvPr>
          <p:cNvCxnSpPr>
            <a:cxnSpLocks/>
          </p:cNvCxnSpPr>
          <p:nvPr userDrawn="1"/>
        </p:nvCxnSpPr>
        <p:spPr>
          <a:xfrm>
            <a:off x="8042275" y="4294189"/>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7514404"/>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ofiles - Six Name Profiles">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C683575C-C4B9-4E2F-9D9F-FEBDB331FA64}"/>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32" name="Straight Connector 31">
            <a:extLst>
              <a:ext uri="{FF2B5EF4-FFF2-40B4-BE49-F238E27FC236}">
                <a16:creationId xmlns:a16="http://schemas.microsoft.com/office/drawing/2014/main" id="{489D076B-26A2-474D-925F-D4CF348D9272}"/>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3" name="Picture Placeholder 14">
            <a:extLst>
              <a:ext uri="{FF2B5EF4-FFF2-40B4-BE49-F238E27FC236}">
                <a16:creationId xmlns:a16="http://schemas.microsoft.com/office/drawing/2014/main" id="{74495213-3AF1-42BD-867D-D8579D54150F}"/>
              </a:ext>
            </a:extLst>
          </p:cNvPr>
          <p:cNvSpPr>
            <a:spLocks noGrp="1"/>
          </p:cNvSpPr>
          <p:nvPr>
            <p:ph type="pic" sz="quarter" idx="15"/>
          </p:nvPr>
        </p:nvSpPr>
        <p:spPr>
          <a:xfrm>
            <a:off x="552450" y="1645301"/>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4" name="Text Placeholder 7">
            <a:extLst>
              <a:ext uri="{FF2B5EF4-FFF2-40B4-BE49-F238E27FC236}">
                <a16:creationId xmlns:a16="http://schemas.microsoft.com/office/drawing/2014/main" id="{4F5530C5-3AA0-43DA-A346-E167D251F458}"/>
              </a:ext>
            </a:extLst>
          </p:cNvPr>
          <p:cNvSpPr>
            <a:spLocks noGrp="1"/>
          </p:cNvSpPr>
          <p:nvPr>
            <p:ph type="body" sz="quarter" idx="13" hasCustomPrompt="1"/>
          </p:nvPr>
        </p:nvSpPr>
        <p:spPr>
          <a:xfrm>
            <a:off x="2131812" y="203887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37" name="Picture Placeholder 14">
            <a:extLst>
              <a:ext uri="{FF2B5EF4-FFF2-40B4-BE49-F238E27FC236}">
                <a16:creationId xmlns:a16="http://schemas.microsoft.com/office/drawing/2014/main" id="{6CBE9017-C530-4B6C-A061-200A955633D3}"/>
              </a:ext>
            </a:extLst>
          </p:cNvPr>
          <p:cNvSpPr>
            <a:spLocks noGrp="1"/>
          </p:cNvSpPr>
          <p:nvPr>
            <p:ph type="pic" sz="quarter" idx="16"/>
          </p:nvPr>
        </p:nvSpPr>
        <p:spPr>
          <a:xfrm>
            <a:off x="552450" y="3201918"/>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8" name="Text Placeholder 7">
            <a:extLst>
              <a:ext uri="{FF2B5EF4-FFF2-40B4-BE49-F238E27FC236}">
                <a16:creationId xmlns:a16="http://schemas.microsoft.com/office/drawing/2014/main" id="{34D60246-2F54-434D-BCEC-61BDCB970F08}"/>
              </a:ext>
            </a:extLst>
          </p:cNvPr>
          <p:cNvSpPr>
            <a:spLocks noGrp="1"/>
          </p:cNvSpPr>
          <p:nvPr>
            <p:ph type="body" sz="quarter" idx="17" hasCustomPrompt="1"/>
          </p:nvPr>
        </p:nvSpPr>
        <p:spPr>
          <a:xfrm>
            <a:off x="2131812" y="3593950"/>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39" name="Picture Placeholder 14">
            <a:extLst>
              <a:ext uri="{FF2B5EF4-FFF2-40B4-BE49-F238E27FC236}">
                <a16:creationId xmlns:a16="http://schemas.microsoft.com/office/drawing/2014/main" id="{A7107C72-2EDB-4ECA-8454-D356EC4F45C5}"/>
              </a:ext>
            </a:extLst>
          </p:cNvPr>
          <p:cNvSpPr>
            <a:spLocks noGrp="1"/>
          </p:cNvSpPr>
          <p:nvPr>
            <p:ph type="pic" sz="quarter" idx="18"/>
          </p:nvPr>
        </p:nvSpPr>
        <p:spPr>
          <a:xfrm>
            <a:off x="552450" y="4758534"/>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0" name="Text Placeholder 7">
            <a:extLst>
              <a:ext uri="{FF2B5EF4-FFF2-40B4-BE49-F238E27FC236}">
                <a16:creationId xmlns:a16="http://schemas.microsoft.com/office/drawing/2014/main" id="{B6EF5E86-92AE-4DF0-BB72-1ACABA04061B}"/>
              </a:ext>
            </a:extLst>
          </p:cNvPr>
          <p:cNvSpPr>
            <a:spLocks noGrp="1"/>
          </p:cNvSpPr>
          <p:nvPr>
            <p:ph type="body" sz="quarter" idx="19" hasCustomPrompt="1"/>
          </p:nvPr>
        </p:nvSpPr>
        <p:spPr>
          <a:xfrm>
            <a:off x="2131812" y="5150566"/>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41" name="Picture Placeholder 14">
            <a:extLst>
              <a:ext uri="{FF2B5EF4-FFF2-40B4-BE49-F238E27FC236}">
                <a16:creationId xmlns:a16="http://schemas.microsoft.com/office/drawing/2014/main" id="{6470DC53-31A1-4886-96DD-24E8DB5DD9C4}"/>
              </a:ext>
            </a:extLst>
          </p:cNvPr>
          <p:cNvSpPr>
            <a:spLocks noGrp="1"/>
          </p:cNvSpPr>
          <p:nvPr>
            <p:ph type="pic" sz="quarter" idx="20"/>
          </p:nvPr>
        </p:nvSpPr>
        <p:spPr>
          <a:xfrm>
            <a:off x="6169026" y="1645301"/>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2" name="Text Placeholder 7">
            <a:extLst>
              <a:ext uri="{FF2B5EF4-FFF2-40B4-BE49-F238E27FC236}">
                <a16:creationId xmlns:a16="http://schemas.microsoft.com/office/drawing/2014/main" id="{AD8B2916-BAAC-4A71-97D3-1324495398E1}"/>
              </a:ext>
            </a:extLst>
          </p:cNvPr>
          <p:cNvSpPr>
            <a:spLocks noGrp="1"/>
          </p:cNvSpPr>
          <p:nvPr>
            <p:ph type="body" sz="quarter" idx="21" hasCustomPrompt="1"/>
          </p:nvPr>
        </p:nvSpPr>
        <p:spPr>
          <a:xfrm>
            <a:off x="7748388" y="203887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43" name="Picture Placeholder 14">
            <a:extLst>
              <a:ext uri="{FF2B5EF4-FFF2-40B4-BE49-F238E27FC236}">
                <a16:creationId xmlns:a16="http://schemas.microsoft.com/office/drawing/2014/main" id="{CE347703-514B-459B-A699-56915BD151AF}"/>
              </a:ext>
            </a:extLst>
          </p:cNvPr>
          <p:cNvSpPr>
            <a:spLocks noGrp="1"/>
          </p:cNvSpPr>
          <p:nvPr>
            <p:ph type="pic" sz="quarter" idx="22"/>
          </p:nvPr>
        </p:nvSpPr>
        <p:spPr>
          <a:xfrm>
            <a:off x="6169026" y="3201918"/>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4" name="Text Placeholder 7">
            <a:extLst>
              <a:ext uri="{FF2B5EF4-FFF2-40B4-BE49-F238E27FC236}">
                <a16:creationId xmlns:a16="http://schemas.microsoft.com/office/drawing/2014/main" id="{87ED199E-E1CB-43A8-BB2F-E9906D67BA30}"/>
              </a:ext>
            </a:extLst>
          </p:cNvPr>
          <p:cNvSpPr>
            <a:spLocks noGrp="1"/>
          </p:cNvSpPr>
          <p:nvPr>
            <p:ph type="body" sz="quarter" idx="23" hasCustomPrompt="1"/>
          </p:nvPr>
        </p:nvSpPr>
        <p:spPr>
          <a:xfrm>
            <a:off x="7748388" y="3593950"/>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45" name="Picture Placeholder 14">
            <a:extLst>
              <a:ext uri="{FF2B5EF4-FFF2-40B4-BE49-F238E27FC236}">
                <a16:creationId xmlns:a16="http://schemas.microsoft.com/office/drawing/2014/main" id="{064781D7-E620-4CDA-8D0D-4A4971B11A42}"/>
              </a:ext>
            </a:extLst>
          </p:cNvPr>
          <p:cNvSpPr>
            <a:spLocks noGrp="1"/>
          </p:cNvSpPr>
          <p:nvPr>
            <p:ph type="pic" sz="quarter" idx="24"/>
          </p:nvPr>
        </p:nvSpPr>
        <p:spPr>
          <a:xfrm>
            <a:off x="6169026" y="4758534"/>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6" name="Text Placeholder 7">
            <a:extLst>
              <a:ext uri="{FF2B5EF4-FFF2-40B4-BE49-F238E27FC236}">
                <a16:creationId xmlns:a16="http://schemas.microsoft.com/office/drawing/2014/main" id="{57EF6C9F-85E3-40FB-9407-9352A5EED4CB}"/>
              </a:ext>
            </a:extLst>
          </p:cNvPr>
          <p:cNvSpPr>
            <a:spLocks noGrp="1"/>
          </p:cNvSpPr>
          <p:nvPr>
            <p:ph type="body" sz="quarter" idx="25" hasCustomPrompt="1"/>
          </p:nvPr>
        </p:nvSpPr>
        <p:spPr>
          <a:xfrm>
            <a:off x="7748388" y="5150566"/>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Tree>
    <p:extLst>
      <p:ext uri="{BB962C8B-B14F-4D97-AF65-F5344CB8AC3E}">
        <p14:creationId xmlns:p14="http://schemas.microsoft.com/office/powerpoint/2010/main" val="3633363034"/>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files - Six Name Profiles - Dark">
    <p:bg>
      <p:bgPr>
        <a:solidFill>
          <a:schemeClr val="accent1"/>
        </a:solidFill>
        <a:effectLst/>
      </p:bgPr>
    </p:bg>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C683575C-C4B9-4E2F-9D9F-FEBDB331FA64}"/>
              </a:ext>
            </a:extLst>
          </p:cNvPr>
          <p:cNvSpPr>
            <a:spLocks noGrp="1"/>
          </p:cNvSpPr>
          <p:nvPr>
            <p:ph type="title"/>
          </p:nvPr>
        </p:nvSpPr>
        <p:spPr>
          <a:xfrm>
            <a:off x="554355" y="512763"/>
            <a:ext cx="11088370" cy="792465"/>
          </a:xfrm>
        </p:spPr>
        <p:txBody>
          <a:bodyPr/>
          <a:lstStyle>
            <a:lvl1pPr>
              <a:defRPr>
                <a:solidFill>
                  <a:schemeClr val="bg1"/>
                </a:solidFill>
              </a:defRPr>
            </a:lvl1pPr>
          </a:lstStyle>
          <a:p>
            <a:r>
              <a:rPr lang="en-GB"/>
              <a:t>Click to edit Master title style</a:t>
            </a:r>
          </a:p>
        </p:txBody>
      </p:sp>
      <p:cxnSp>
        <p:nvCxnSpPr>
          <p:cNvPr id="32" name="Straight Connector 31">
            <a:extLst>
              <a:ext uri="{FF2B5EF4-FFF2-40B4-BE49-F238E27FC236}">
                <a16:creationId xmlns:a16="http://schemas.microsoft.com/office/drawing/2014/main" id="{489D076B-26A2-474D-925F-D4CF348D9272}"/>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3" name="Picture Placeholder 14">
            <a:extLst>
              <a:ext uri="{FF2B5EF4-FFF2-40B4-BE49-F238E27FC236}">
                <a16:creationId xmlns:a16="http://schemas.microsoft.com/office/drawing/2014/main" id="{74495213-3AF1-42BD-867D-D8579D54150F}"/>
              </a:ext>
            </a:extLst>
          </p:cNvPr>
          <p:cNvSpPr>
            <a:spLocks noGrp="1"/>
          </p:cNvSpPr>
          <p:nvPr>
            <p:ph type="pic" sz="quarter" idx="15"/>
          </p:nvPr>
        </p:nvSpPr>
        <p:spPr>
          <a:xfrm>
            <a:off x="552450" y="1645301"/>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4" name="Text Placeholder 7">
            <a:extLst>
              <a:ext uri="{FF2B5EF4-FFF2-40B4-BE49-F238E27FC236}">
                <a16:creationId xmlns:a16="http://schemas.microsoft.com/office/drawing/2014/main" id="{4F5530C5-3AA0-43DA-A346-E167D251F458}"/>
              </a:ext>
            </a:extLst>
          </p:cNvPr>
          <p:cNvSpPr>
            <a:spLocks noGrp="1"/>
          </p:cNvSpPr>
          <p:nvPr>
            <p:ph type="body" sz="quarter" idx="13" hasCustomPrompt="1"/>
          </p:nvPr>
        </p:nvSpPr>
        <p:spPr>
          <a:xfrm>
            <a:off x="2131812" y="203887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37" name="Picture Placeholder 14">
            <a:extLst>
              <a:ext uri="{FF2B5EF4-FFF2-40B4-BE49-F238E27FC236}">
                <a16:creationId xmlns:a16="http://schemas.microsoft.com/office/drawing/2014/main" id="{6CBE9017-C530-4B6C-A061-200A955633D3}"/>
              </a:ext>
            </a:extLst>
          </p:cNvPr>
          <p:cNvSpPr>
            <a:spLocks noGrp="1"/>
          </p:cNvSpPr>
          <p:nvPr>
            <p:ph type="pic" sz="quarter" idx="16"/>
          </p:nvPr>
        </p:nvSpPr>
        <p:spPr>
          <a:xfrm>
            <a:off x="552450" y="3201918"/>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38" name="Text Placeholder 7">
            <a:extLst>
              <a:ext uri="{FF2B5EF4-FFF2-40B4-BE49-F238E27FC236}">
                <a16:creationId xmlns:a16="http://schemas.microsoft.com/office/drawing/2014/main" id="{34D60246-2F54-434D-BCEC-61BDCB970F08}"/>
              </a:ext>
            </a:extLst>
          </p:cNvPr>
          <p:cNvSpPr>
            <a:spLocks noGrp="1"/>
          </p:cNvSpPr>
          <p:nvPr>
            <p:ph type="body" sz="quarter" idx="17" hasCustomPrompt="1"/>
          </p:nvPr>
        </p:nvSpPr>
        <p:spPr>
          <a:xfrm>
            <a:off x="2131812" y="3593950"/>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39" name="Picture Placeholder 14">
            <a:extLst>
              <a:ext uri="{FF2B5EF4-FFF2-40B4-BE49-F238E27FC236}">
                <a16:creationId xmlns:a16="http://schemas.microsoft.com/office/drawing/2014/main" id="{A7107C72-2EDB-4ECA-8454-D356EC4F45C5}"/>
              </a:ext>
            </a:extLst>
          </p:cNvPr>
          <p:cNvSpPr>
            <a:spLocks noGrp="1"/>
          </p:cNvSpPr>
          <p:nvPr>
            <p:ph type="pic" sz="quarter" idx="18"/>
          </p:nvPr>
        </p:nvSpPr>
        <p:spPr>
          <a:xfrm>
            <a:off x="552450" y="4758534"/>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0" name="Text Placeholder 7">
            <a:extLst>
              <a:ext uri="{FF2B5EF4-FFF2-40B4-BE49-F238E27FC236}">
                <a16:creationId xmlns:a16="http://schemas.microsoft.com/office/drawing/2014/main" id="{B6EF5E86-92AE-4DF0-BB72-1ACABA04061B}"/>
              </a:ext>
            </a:extLst>
          </p:cNvPr>
          <p:cNvSpPr>
            <a:spLocks noGrp="1"/>
          </p:cNvSpPr>
          <p:nvPr>
            <p:ph type="body" sz="quarter" idx="19" hasCustomPrompt="1"/>
          </p:nvPr>
        </p:nvSpPr>
        <p:spPr>
          <a:xfrm>
            <a:off x="2131812" y="5150566"/>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41" name="Picture Placeholder 14">
            <a:extLst>
              <a:ext uri="{FF2B5EF4-FFF2-40B4-BE49-F238E27FC236}">
                <a16:creationId xmlns:a16="http://schemas.microsoft.com/office/drawing/2014/main" id="{6470DC53-31A1-4886-96DD-24E8DB5DD9C4}"/>
              </a:ext>
            </a:extLst>
          </p:cNvPr>
          <p:cNvSpPr>
            <a:spLocks noGrp="1"/>
          </p:cNvSpPr>
          <p:nvPr>
            <p:ph type="pic" sz="quarter" idx="20"/>
          </p:nvPr>
        </p:nvSpPr>
        <p:spPr>
          <a:xfrm>
            <a:off x="6169026" y="1645301"/>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2" name="Text Placeholder 7">
            <a:extLst>
              <a:ext uri="{FF2B5EF4-FFF2-40B4-BE49-F238E27FC236}">
                <a16:creationId xmlns:a16="http://schemas.microsoft.com/office/drawing/2014/main" id="{AD8B2916-BAAC-4A71-97D3-1324495398E1}"/>
              </a:ext>
            </a:extLst>
          </p:cNvPr>
          <p:cNvSpPr>
            <a:spLocks noGrp="1"/>
          </p:cNvSpPr>
          <p:nvPr>
            <p:ph type="body" sz="quarter" idx="21" hasCustomPrompt="1"/>
          </p:nvPr>
        </p:nvSpPr>
        <p:spPr>
          <a:xfrm>
            <a:off x="7748388" y="203887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43" name="Picture Placeholder 14">
            <a:extLst>
              <a:ext uri="{FF2B5EF4-FFF2-40B4-BE49-F238E27FC236}">
                <a16:creationId xmlns:a16="http://schemas.microsoft.com/office/drawing/2014/main" id="{CE347703-514B-459B-A699-56915BD151AF}"/>
              </a:ext>
            </a:extLst>
          </p:cNvPr>
          <p:cNvSpPr>
            <a:spLocks noGrp="1"/>
          </p:cNvSpPr>
          <p:nvPr>
            <p:ph type="pic" sz="quarter" idx="22"/>
          </p:nvPr>
        </p:nvSpPr>
        <p:spPr>
          <a:xfrm>
            <a:off x="6169026" y="3201918"/>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4" name="Text Placeholder 7">
            <a:extLst>
              <a:ext uri="{FF2B5EF4-FFF2-40B4-BE49-F238E27FC236}">
                <a16:creationId xmlns:a16="http://schemas.microsoft.com/office/drawing/2014/main" id="{87ED199E-E1CB-43A8-BB2F-E9906D67BA30}"/>
              </a:ext>
            </a:extLst>
          </p:cNvPr>
          <p:cNvSpPr>
            <a:spLocks noGrp="1"/>
          </p:cNvSpPr>
          <p:nvPr>
            <p:ph type="body" sz="quarter" idx="23" hasCustomPrompt="1"/>
          </p:nvPr>
        </p:nvSpPr>
        <p:spPr>
          <a:xfrm>
            <a:off x="7748388" y="3593950"/>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45" name="Picture Placeholder 14">
            <a:extLst>
              <a:ext uri="{FF2B5EF4-FFF2-40B4-BE49-F238E27FC236}">
                <a16:creationId xmlns:a16="http://schemas.microsoft.com/office/drawing/2014/main" id="{064781D7-E620-4CDA-8D0D-4A4971B11A42}"/>
              </a:ext>
            </a:extLst>
          </p:cNvPr>
          <p:cNvSpPr>
            <a:spLocks noGrp="1"/>
          </p:cNvSpPr>
          <p:nvPr>
            <p:ph type="pic" sz="quarter" idx="24"/>
          </p:nvPr>
        </p:nvSpPr>
        <p:spPr>
          <a:xfrm>
            <a:off x="6169026" y="4758534"/>
            <a:ext cx="1407316" cy="1407316"/>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6" name="Text Placeholder 7">
            <a:extLst>
              <a:ext uri="{FF2B5EF4-FFF2-40B4-BE49-F238E27FC236}">
                <a16:creationId xmlns:a16="http://schemas.microsoft.com/office/drawing/2014/main" id="{57EF6C9F-85E3-40FB-9407-9352A5EED4CB}"/>
              </a:ext>
            </a:extLst>
          </p:cNvPr>
          <p:cNvSpPr>
            <a:spLocks noGrp="1"/>
          </p:cNvSpPr>
          <p:nvPr>
            <p:ph type="body" sz="quarter" idx="25" hasCustomPrompt="1"/>
          </p:nvPr>
        </p:nvSpPr>
        <p:spPr>
          <a:xfrm>
            <a:off x="7748388" y="5150566"/>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Tree>
    <p:extLst>
      <p:ext uri="{BB962C8B-B14F-4D97-AF65-F5344CB8AC3E}">
        <p14:creationId xmlns:p14="http://schemas.microsoft.com/office/powerpoint/2010/main" val="49936991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rofiles - Eight Name Profiles">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B600BB97-C2E3-4E66-95D4-0298C359B6A5}"/>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39" name="Straight Connector 38">
            <a:extLst>
              <a:ext uri="{FF2B5EF4-FFF2-40B4-BE49-F238E27FC236}">
                <a16:creationId xmlns:a16="http://schemas.microsoft.com/office/drawing/2014/main" id="{D6DB83E4-E72D-4A5B-B643-83A6589A5AB4}"/>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40" name="Picture Placeholder 14">
            <a:extLst>
              <a:ext uri="{FF2B5EF4-FFF2-40B4-BE49-F238E27FC236}">
                <a16:creationId xmlns:a16="http://schemas.microsoft.com/office/drawing/2014/main" id="{9D15D003-E1BD-4E78-9CE6-1EB83EEF0DF4}"/>
              </a:ext>
            </a:extLst>
          </p:cNvPr>
          <p:cNvSpPr>
            <a:spLocks noGrp="1"/>
          </p:cNvSpPr>
          <p:nvPr>
            <p:ph type="pic" sz="quarter" idx="15"/>
          </p:nvPr>
        </p:nvSpPr>
        <p:spPr>
          <a:xfrm>
            <a:off x="552450" y="16453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1" name="Text Placeholder 7">
            <a:extLst>
              <a:ext uri="{FF2B5EF4-FFF2-40B4-BE49-F238E27FC236}">
                <a16:creationId xmlns:a16="http://schemas.microsoft.com/office/drawing/2014/main" id="{D31CFFDF-803A-4295-A1F7-0711B416F0CF}"/>
              </a:ext>
            </a:extLst>
          </p:cNvPr>
          <p:cNvSpPr>
            <a:spLocks noGrp="1"/>
          </p:cNvSpPr>
          <p:nvPr>
            <p:ph type="body" sz="quarter" idx="13" hasCustomPrompt="1"/>
          </p:nvPr>
        </p:nvSpPr>
        <p:spPr>
          <a:xfrm>
            <a:off x="1809840" y="18376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57" name="Picture Placeholder 14">
            <a:extLst>
              <a:ext uri="{FF2B5EF4-FFF2-40B4-BE49-F238E27FC236}">
                <a16:creationId xmlns:a16="http://schemas.microsoft.com/office/drawing/2014/main" id="{EB0C49C5-4742-40C1-9D0F-85237002793E}"/>
              </a:ext>
            </a:extLst>
          </p:cNvPr>
          <p:cNvSpPr>
            <a:spLocks noGrp="1"/>
          </p:cNvSpPr>
          <p:nvPr>
            <p:ph type="pic" sz="quarter" idx="16"/>
          </p:nvPr>
        </p:nvSpPr>
        <p:spPr>
          <a:xfrm>
            <a:off x="552450" y="281615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58" name="Picture Placeholder 14">
            <a:extLst>
              <a:ext uri="{FF2B5EF4-FFF2-40B4-BE49-F238E27FC236}">
                <a16:creationId xmlns:a16="http://schemas.microsoft.com/office/drawing/2014/main" id="{C1830070-A506-4604-9EFD-E8DD509E8BC3}"/>
              </a:ext>
            </a:extLst>
          </p:cNvPr>
          <p:cNvSpPr>
            <a:spLocks noGrp="1"/>
          </p:cNvSpPr>
          <p:nvPr>
            <p:ph type="pic" sz="quarter" idx="17"/>
          </p:nvPr>
        </p:nvSpPr>
        <p:spPr>
          <a:xfrm>
            <a:off x="552450" y="39870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59" name="Picture Placeholder 14">
            <a:extLst>
              <a:ext uri="{FF2B5EF4-FFF2-40B4-BE49-F238E27FC236}">
                <a16:creationId xmlns:a16="http://schemas.microsoft.com/office/drawing/2014/main" id="{BE584E3E-2BBB-438F-BB7F-F21AF4D744A8}"/>
              </a:ext>
            </a:extLst>
          </p:cNvPr>
          <p:cNvSpPr>
            <a:spLocks noGrp="1"/>
          </p:cNvSpPr>
          <p:nvPr>
            <p:ph type="pic" sz="quarter" idx="18"/>
          </p:nvPr>
        </p:nvSpPr>
        <p:spPr>
          <a:xfrm>
            <a:off x="552450" y="5157850"/>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65" name="Text Placeholder 7">
            <a:extLst>
              <a:ext uri="{FF2B5EF4-FFF2-40B4-BE49-F238E27FC236}">
                <a16:creationId xmlns:a16="http://schemas.microsoft.com/office/drawing/2014/main" id="{31F65786-1174-48B7-B643-CBF347172DA3}"/>
              </a:ext>
            </a:extLst>
          </p:cNvPr>
          <p:cNvSpPr>
            <a:spLocks noGrp="1"/>
          </p:cNvSpPr>
          <p:nvPr>
            <p:ph type="body" sz="quarter" idx="19" hasCustomPrompt="1"/>
          </p:nvPr>
        </p:nvSpPr>
        <p:spPr>
          <a:xfrm>
            <a:off x="1809840" y="300852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67" name="Text Placeholder 7">
            <a:extLst>
              <a:ext uri="{FF2B5EF4-FFF2-40B4-BE49-F238E27FC236}">
                <a16:creationId xmlns:a16="http://schemas.microsoft.com/office/drawing/2014/main" id="{0BCFF047-2BE3-47B9-9151-A03E098CC432}"/>
              </a:ext>
            </a:extLst>
          </p:cNvPr>
          <p:cNvSpPr>
            <a:spLocks noGrp="1"/>
          </p:cNvSpPr>
          <p:nvPr>
            <p:ph type="body" sz="quarter" idx="20" hasCustomPrompt="1"/>
          </p:nvPr>
        </p:nvSpPr>
        <p:spPr>
          <a:xfrm>
            <a:off x="1809840" y="41793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86" name="Text Placeholder 7">
            <a:extLst>
              <a:ext uri="{FF2B5EF4-FFF2-40B4-BE49-F238E27FC236}">
                <a16:creationId xmlns:a16="http://schemas.microsoft.com/office/drawing/2014/main" id="{DD2A57D3-EB15-4893-92A9-F58BA3202649}"/>
              </a:ext>
            </a:extLst>
          </p:cNvPr>
          <p:cNvSpPr>
            <a:spLocks noGrp="1"/>
          </p:cNvSpPr>
          <p:nvPr>
            <p:ph type="body" sz="quarter" idx="21" hasCustomPrompt="1"/>
          </p:nvPr>
        </p:nvSpPr>
        <p:spPr>
          <a:xfrm>
            <a:off x="1809840" y="535022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87" name="Picture Placeholder 14">
            <a:extLst>
              <a:ext uri="{FF2B5EF4-FFF2-40B4-BE49-F238E27FC236}">
                <a16:creationId xmlns:a16="http://schemas.microsoft.com/office/drawing/2014/main" id="{23C4F3EE-BFF0-4E40-96E4-FE2B7DE80710}"/>
              </a:ext>
            </a:extLst>
          </p:cNvPr>
          <p:cNvSpPr>
            <a:spLocks noGrp="1"/>
          </p:cNvSpPr>
          <p:nvPr>
            <p:ph type="pic" sz="quarter" idx="22"/>
          </p:nvPr>
        </p:nvSpPr>
        <p:spPr>
          <a:xfrm>
            <a:off x="6169025" y="16453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88" name="Text Placeholder 7">
            <a:extLst>
              <a:ext uri="{FF2B5EF4-FFF2-40B4-BE49-F238E27FC236}">
                <a16:creationId xmlns:a16="http://schemas.microsoft.com/office/drawing/2014/main" id="{E54A773E-4FDE-4966-8075-C547FC0FCED7}"/>
              </a:ext>
            </a:extLst>
          </p:cNvPr>
          <p:cNvSpPr>
            <a:spLocks noGrp="1"/>
          </p:cNvSpPr>
          <p:nvPr>
            <p:ph type="body" sz="quarter" idx="23" hasCustomPrompt="1"/>
          </p:nvPr>
        </p:nvSpPr>
        <p:spPr>
          <a:xfrm>
            <a:off x="7426415" y="18376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89" name="Picture Placeholder 14">
            <a:extLst>
              <a:ext uri="{FF2B5EF4-FFF2-40B4-BE49-F238E27FC236}">
                <a16:creationId xmlns:a16="http://schemas.microsoft.com/office/drawing/2014/main" id="{E890FD61-4C0A-4DE2-A179-529E52584449}"/>
              </a:ext>
            </a:extLst>
          </p:cNvPr>
          <p:cNvSpPr>
            <a:spLocks noGrp="1"/>
          </p:cNvSpPr>
          <p:nvPr>
            <p:ph type="pic" sz="quarter" idx="24"/>
          </p:nvPr>
        </p:nvSpPr>
        <p:spPr>
          <a:xfrm>
            <a:off x="6169025" y="281615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90" name="Picture Placeholder 14">
            <a:extLst>
              <a:ext uri="{FF2B5EF4-FFF2-40B4-BE49-F238E27FC236}">
                <a16:creationId xmlns:a16="http://schemas.microsoft.com/office/drawing/2014/main" id="{ED82CCD2-C351-4F86-8C79-592752F52494}"/>
              </a:ext>
            </a:extLst>
          </p:cNvPr>
          <p:cNvSpPr>
            <a:spLocks noGrp="1"/>
          </p:cNvSpPr>
          <p:nvPr>
            <p:ph type="pic" sz="quarter" idx="25"/>
          </p:nvPr>
        </p:nvSpPr>
        <p:spPr>
          <a:xfrm>
            <a:off x="6169025" y="39870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91" name="Picture Placeholder 14">
            <a:extLst>
              <a:ext uri="{FF2B5EF4-FFF2-40B4-BE49-F238E27FC236}">
                <a16:creationId xmlns:a16="http://schemas.microsoft.com/office/drawing/2014/main" id="{2204C394-2E55-41AF-8506-CDFA29AD4ACC}"/>
              </a:ext>
            </a:extLst>
          </p:cNvPr>
          <p:cNvSpPr>
            <a:spLocks noGrp="1"/>
          </p:cNvSpPr>
          <p:nvPr>
            <p:ph type="pic" sz="quarter" idx="26"/>
          </p:nvPr>
        </p:nvSpPr>
        <p:spPr>
          <a:xfrm>
            <a:off x="6169025" y="5157850"/>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92" name="Text Placeholder 7">
            <a:extLst>
              <a:ext uri="{FF2B5EF4-FFF2-40B4-BE49-F238E27FC236}">
                <a16:creationId xmlns:a16="http://schemas.microsoft.com/office/drawing/2014/main" id="{97AD3BC9-FC4F-4204-800F-C8F6F96646AA}"/>
              </a:ext>
            </a:extLst>
          </p:cNvPr>
          <p:cNvSpPr>
            <a:spLocks noGrp="1"/>
          </p:cNvSpPr>
          <p:nvPr>
            <p:ph type="body" sz="quarter" idx="27" hasCustomPrompt="1"/>
          </p:nvPr>
        </p:nvSpPr>
        <p:spPr>
          <a:xfrm>
            <a:off x="7426415" y="300852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93" name="Text Placeholder 7">
            <a:extLst>
              <a:ext uri="{FF2B5EF4-FFF2-40B4-BE49-F238E27FC236}">
                <a16:creationId xmlns:a16="http://schemas.microsoft.com/office/drawing/2014/main" id="{3C07D480-0F9C-4D0D-8A64-0D29768C78C9}"/>
              </a:ext>
            </a:extLst>
          </p:cNvPr>
          <p:cNvSpPr>
            <a:spLocks noGrp="1"/>
          </p:cNvSpPr>
          <p:nvPr>
            <p:ph type="body" sz="quarter" idx="28" hasCustomPrompt="1"/>
          </p:nvPr>
        </p:nvSpPr>
        <p:spPr>
          <a:xfrm>
            <a:off x="7426415" y="41793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
        <p:nvSpPr>
          <p:cNvPr id="94" name="Text Placeholder 7">
            <a:extLst>
              <a:ext uri="{FF2B5EF4-FFF2-40B4-BE49-F238E27FC236}">
                <a16:creationId xmlns:a16="http://schemas.microsoft.com/office/drawing/2014/main" id="{A9A5EA2F-086C-4316-ADEB-00F9E85FC8CB}"/>
              </a:ext>
            </a:extLst>
          </p:cNvPr>
          <p:cNvSpPr>
            <a:spLocks noGrp="1"/>
          </p:cNvSpPr>
          <p:nvPr>
            <p:ph type="body" sz="quarter" idx="29" hasCustomPrompt="1"/>
          </p:nvPr>
        </p:nvSpPr>
        <p:spPr>
          <a:xfrm>
            <a:off x="7426415" y="535022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accent1"/>
                </a:solidFill>
              </a:defRPr>
            </a:lvl1pPr>
            <a:lvl2pPr>
              <a:lnSpc>
                <a:spcPct val="100000"/>
              </a:lnSpc>
              <a:spcBef>
                <a:spcPts val="0"/>
              </a:spcBef>
              <a:spcAft>
                <a:spcPts val="300"/>
              </a:spcAft>
              <a:defRPr sz="1700" b="0" cap="none" spc="0" baseline="0">
                <a:solidFill>
                  <a:schemeClr val="accent4"/>
                </a:solidFill>
              </a:defRPr>
            </a:lvl2pPr>
          </a:lstStyle>
          <a:p>
            <a:pPr lvl="0"/>
            <a:r>
              <a:rPr lang="en-GB"/>
              <a:t>Click to edit text </a:t>
            </a:r>
          </a:p>
          <a:p>
            <a:pPr lvl="1"/>
            <a:r>
              <a:rPr lang="en-GB"/>
              <a:t>Second level</a:t>
            </a:r>
          </a:p>
        </p:txBody>
      </p:sp>
    </p:spTree>
    <p:extLst>
      <p:ext uri="{BB962C8B-B14F-4D97-AF65-F5344CB8AC3E}">
        <p14:creationId xmlns:p14="http://schemas.microsoft.com/office/powerpoint/2010/main" val="87240335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rofiles - Eight Name Profiles - Dark">
    <p:bg>
      <p:bgPr>
        <a:solidFill>
          <a:schemeClr val="accent1"/>
        </a:solidFill>
        <a:effectLst/>
      </p:bgPr>
    </p:bg>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B600BB97-C2E3-4E66-95D4-0298C359B6A5}"/>
              </a:ext>
            </a:extLst>
          </p:cNvPr>
          <p:cNvSpPr>
            <a:spLocks noGrp="1"/>
          </p:cNvSpPr>
          <p:nvPr>
            <p:ph type="title"/>
          </p:nvPr>
        </p:nvSpPr>
        <p:spPr>
          <a:xfrm>
            <a:off x="554355" y="512763"/>
            <a:ext cx="11088370" cy="792465"/>
          </a:xfrm>
        </p:spPr>
        <p:txBody>
          <a:bodyPr/>
          <a:lstStyle>
            <a:lvl1pPr>
              <a:defRPr>
                <a:solidFill>
                  <a:schemeClr val="bg1"/>
                </a:solidFill>
              </a:defRPr>
            </a:lvl1pPr>
          </a:lstStyle>
          <a:p>
            <a:r>
              <a:rPr lang="en-GB"/>
              <a:t>Click to edit Master title style</a:t>
            </a:r>
          </a:p>
        </p:txBody>
      </p:sp>
      <p:cxnSp>
        <p:nvCxnSpPr>
          <p:cNvPr id="39" name="Straight Connector 38">
            <a:extLst>
              <a:ext uri="{FF2B5EF4-FFF2-40B4-BE49-F238E27FC236}">
                <a16:creationId xmlns:a16="http://schemas.microsoft.com/office/drawing/2014/main" id="{D6DB83E4-E72D-4A5B-B643-83A6589A5AB4}"/>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40" name="Picture Placeholder 14">
            <a:extLst>
              <a:ext uri="{FF2B5EF4-FFF2-40B4-BE49-F238E27FC236}">
                <a16:creationId xmlns:a16="http://schemas.microsoft.com/office/drawing/2014/main" id="{9D15D003-E1BD-4E78-9CE6-1EB83EEF0DF4}"/>
              </a:ext>
            </a:extLst>
          </p:cNvPr>
          <p:cNvSpPr>
            <a:spLocks noGrp="1"/>
          </p:cNvSpPr>
          <p:nvPr>
            <p:ph type="pic" sz="quarter" idx="15"/>
          </p:nvPr>
        </p:nvSpPr>
        <p:spPr>
          <a:xfrm>
            <a:off x="552450" y="16453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41" name="Text Placeholder 7">
            <a:extLst>
              <a:ext uri="{FF2B5EF4-FFF2-40B4-BE49-F238E27FC236}">
                <a16:creationId xmlns:a16="http://schemas.microsoft.com/office/drawing/2014/main" id="{D31CFFDF-803A-4295-A1F7-0711B416F0CF}"/>
              </a:ext>
            </a:extLst>
          </p:cNvPr>
          <p:cNvSpPr>
            <a:spLocks noGrp="1"/>
          </p:cNvSpPr>
          <p:nvPr>
            <p:ph type="body" sz="quarter" idx="13" hasCustomPrompt="1"/>
          </p:nvPr>
        </p:nvSpPr>
        <p:spPr>
          <a:xfrm>
            <a:off x="1809840" y="18376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57" name="Picture Placeholder 14">
            <a:extLst>
              <a:ext uri="{FF2B5EF4-FFF2-40B4-BE49-F238E27FC236}">
                <a16:creationId xmlns:a16="http://schemas.microsoft.com/office/drawing/2014/main" id="{EB0C49C5-4742-40C1-9D0F-85237002793E}"/>
              </a:ext>
            </a:extLst>
          </p:cNvPr>
          <p:cNvSpPr>
            <a:spLocks noGrp="1"/>
          </p:cNvSpPr>
          <p:nvPr>
            <p:ph type="pic" sz="quarter" idx="16"/>
          </p:nvPr>
        </p:nvSpPr>
        <p:spPr>
          <a:xfrm>
            <a:off x="552450" y="281615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58" name="Picture Placeholder 14">
            <a:extLst>
              <a:ext uri="{FF2B5EF4-FFF2-40B4-BE49-F238E27FC236}">
                <a16:creationId xmlns:a16="http://schemas.microsoft.com/office/drawing/2014/main" id="{C1830070-A506-4604-9EFD-E8DD509E8BC3}"/>
              </a:ext>
            </a:extLst>
          </p:cNvPr>
          <p:cNvSpPr>
            <a:spLocks noGrp="1"/>
          </p:cNvSpPr>
          <p:nvPr>
            <p:ph type="pic" sz="quarter" idx="17"/>
          </p:nvPr>
        </p:nvSpPr>
        <p:spPr>
          <a:xfrm>
            <a:off x="552450" y="39870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59" name="Picture Placeholder 14">
            <a:extLst>
              <a:ext uri="{FF2B5EF4-FFF2-40B4-BE49-F238E27FC236}">
                <a16:creationId xmlns:a16="http://schemas.microsoft.com/office/drawing/2014/main" id="{BE584E3E-2BBB-438F-BB7F-F21AF4D744A8}"/>
              </a:ext>
            </a:extLst>
          </p:cNvPr>
          <p:cNvSpPr>
            <a:spLocks noGrp="1"/>
          </p:cNvSpPr>
          <p:nvPr>
            <p:ph type="pic" sz="quarter" idx="18"/>
          </p:nvPr>
        </p:nvSpPr>
        <p:spPr>
          <a:xfrm>
            <a:off x="552450" y="5157850"/>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65" name="Text Placeholder 7">
            <a:extLst>
              <a:ext uri="{FF2B5EF4-FFF2-40B4-BE49-F238E27FC236}">
                <a16:creationId xmlns:a16="http://schemas.microsoft.com/office/drawing/2014/main" id="{31F65786-1174-48B7-B643-CBF347172DA3}"/>
              </a:ext>
            </a:extLst>
          </p:cNvPr>
          <p:cNvSpPr>
            <a:spLocks noGrp="1"/>
          </p:cNvSpPr>
          <p:nvPr>
            <p:ph type="body" sz="quarter" idx="19" hasCustomPrompt="1"/>
          </p:nvPr>
        </p:nvSpPr>
        <p:spPr>
          <a:xfrm>
            <a:off x="1809840" y="300852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67" name="Text Placeholder 7">
            <a:extLst>
              <a:ext uri="{FF2B5EF4-FFF2-40B4-BE49-F238E27FC236}">
                <a16:creationId xmlns:a16="http://schemas.microsoft.com/office/drawing/2014/main" id="{0BCFF047-2BE3-47B9-9151-A03E098CC432}"/>
              </a:ext>
            </a:extLst>
          </p:cNvPr>
          <p:cNvSpPr>
            <a:spLocks noGrp="1"/>
          </p:cNvSpPr>
          <p:nvPr>
            <p:ph type="body" sz="quarter" idx="20" hasCustomPrompt="1"/>
          </p:nvPr>
        </p:nvSpPr>
        <p:spPr>
          <a:xfrm>
            <a:off x="1809840" y="41793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86" name="Text Placeholder 7">
            <a:extLst>
              <a:ext uri="{FF2B5EF4-FFF2-40B4-BE49-F238E27FC236}">
                <a16:creationId xmlns:a16="http://schemas.microsoft.com/office/drawing/2014/main" id="{DD2A57D3-EB15-4893-92A9-F58BA3202649}"/>
              </a:ext>
            </a:extLst>
          </p:cNvPr>
          <p:cNvSpPr>
            <a:spLocks noGrp="1"/>
          </p:cNvSpPr>
          <p:nvPr>
            <p:ph type="body" sz="quarter" idx="21" hasCustomPrompt="1"/>
          </p:nvPr>
        </p:nvSpPr>
        <p:spPr>
          <a:xfrm>
            <a:off x="1809840" y="535022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87" name="Picture Placeholder 14">
            <a:extLst>
              <a:ext uri="{FF2B5EF4-FFF2-40B4-BE49-F238E27FC236}">
                <a16:creationId xmlns:a16="http://schemas.microsoft.com/office/drawing/2014/main" id="{23C4F3EE-BFF0-4E40-96E4-FE2B7DE80710}"/>
              </a:ext>
            </a:extLst>
          </p:cNvPr>
          <p:cNvSpPr>
            <a:spLocks noGrp="1"/>
          </p:cNvSpPr>
          <p:nvPr>
            <p:ph type="pic" sz="quarter" idx="22"/>
          </p:nvPr>
        </p:nvSpPr>
        <p:spPr>
          <a:xfrm>
            <a:off x="6169025" y="16453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88" name="Text Placeholder 7">
            <a:extLst>
              <a:ext uri="{FF2B5EF4-FFF2-40B4-BE49-F238E27FC236}">
                <a16:creationId xmlns:a16="http://schemas.microsoft.com/office/drawing/2014/main" id="{E54A773E-4FDE-4966-8075-C547FC0FCED7}"/>
              </a:ext>
            </a:extLst>
          </p:cNvPr>
          <p:cNvSpPr>
            <a:spLocks noGrp="1"/>
          </p:cNvSpPr>
          <p:nvPr>
            <p:ph type="body" sz="quarter" idx="23" hasCustomPrompt="1"/>
          </p:nvPr>
        </p:nvSpPr>
        <p:spPr>
          <a:xfrm>
            <a:off x="7426415" y="18376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89" name="Picture Placeholder 14">
            <a:extLst>
              <a:ext uri="{FF2B5EF4-FFF2-40B4-BE49-F238E27FC236}">
                <a16:creationId xmlns:a16="http://schemas.microsoft.com/office/drawing/2014/main" id="{E890FD61-4C0A-4DE2-A179-529E52584449}"/>
              </a:ext>
            </a:extLst>
          </p:cNvPr>
          <p:cNvSpPr>
            <a:spLocks noGrp="1"/>
          </p:cNvSpPr>
          <p:nvPr>
            <p:ph type="pic" sz="quarter" idx="24"/>
          </p:nvPr>
        </p:nvSpPr>
        <p:spPr>
          <a:xfrm>
            <a:off x="6169025" y="281615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90" name="Picture Placeholder 14">
            <a:extLst>
              <a:ext uri="{FF2B5EF4-FFF2-40B4-BE49-F238E27FC236}">
                <a16:creationId xmlns:a16="http://schemas.microsoft.com/office/drawing/2014/main" id="{ED82CCD2-C351-4F86-8C79-592752F52494}"/>
              </a:ext>
            </a:extLst>
          </p:cNvPr>
          <p:cNvSpPr>
            <a:spLocks noGrp="1"/>
          </p:cNvSpPr>
          <p:nvPr>
            <p:ph type="pic" sz="quarter" idx="25"/>
          </p:nvPr>
        </p:nvSpPr>
        <p:spPr>
          <a:xfrm>
            <a:off x="6169025" y="3987001"/>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91" name="Picture Placeholder 14">
            <a:extLst>
              <a:ext uri="{FF2B5EF4-FFF2-40B4-BE49-F238E27FC236}">
                <a16:creationId xmlns:a16="http://schemas.microsoft.com/office/drawing/2014/main" id="{2204C394-2E55-41AF-8506-CDFA29AD4ACC}"/>
              </a:ext>
            </a:extLst>
          </p:cNvPr>
          <p:cNvSpPr>
            <a:spLocks noGrp="1"/>
          </p:cNvSpPr>
          <p:nvPr>
            <p:ph type="pic" sz="quarter" idx="26"/>
          </p:nvPr>
        </p:nvSpPr>
        <p:spPr>
          <a:xfrm>
            <a:off x="6169025" y="5157850"/>
            <a:ext cx="1008000" cy="1008000"/>
          </a:xfrm>
          <a:prstGeom prst="roundRect">
            <a:avLst>
              <a:gd name="adj" fmla="val 5413"/>
            </a:avLst>
          </a:prstGeom>
          <a:solidFill>
            <a:schemeClr val="accent6"/>
          </a:solidFill>
          <a:ln w="19050">
            <a:noFill/>
          </a:ln>
        </p:spPr>
        <p:txBody>
          <a:bodyPr lIns="36000" tIns="36000" rIns="36000" bIns="36000" anchor="ctr"/>
          <a:lstStyle>
            <a:lvl1pPr algn="ctr">
              <a:defRPr>
                <a:solidFill>
                  <a:schemeClr val="bg1"/>
                </a:solidFill>
              </a:defRPr>
            </a:lvl1pPr>
          </a:lstStyle>
          <a:p>
            <a:endParaRPr lang="en-GB"/>
          </a:p>
        </p:txBody>
      </p:sp>
      <p:sp>
        <p:nvSpPr>
          <p:cNvPr id="92" name="Text Placeholder 7">
            <a:extLst>
              <a:ext uri="{FF2B5EF4-FFF2-40B4-BE49-F238E27FC236}">
                <a16:creationId xmlns:a16="http://schemas.microsoft.com/office/drawing/2014/main" id="{97AD3BC9-FC4F-4204-800F-C8F6F96646AA}"/>
              </a:ext>
            </a:extLst>
          </p:cNvPr>
          <p:cNvSpPr>
            <a:spLocks noGrp="1"/>
          </p:cNvSpPr>
          <p:nvPr>
            <p:ph type="body" sz="quarter" idx="27" hasCustomPrompt="1"/>
          </p:nvPr>
        </p:nvSpPr>
        <p:spPr>
          <a:xfrm>
            <a:off x="7426415" y="300852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93" name="Text Placeholder 7">
            <a:extLst>
              <a:ext uri="{FF2B5EF4-FFF2-40B4-BE49-F238E27FC236}">
                <a16:creationId xmlns:a16="http://schemas.microsoft.com/office/drawing/2014/main" id="{3C07D480-0F9C-4D0D-8A64-0D29768C78C9}"/>
              </a:ext>
            </a:extLst>
          </p:cNvPr>
          <p:cNvSpPr>
            <a:spLocks noGrp="1"/>
          </p:cNvSpPr>
          <p:nvPr>
            <p:ph type="body" sz="quarter" idx="28" hasCustomPrompt="1"/>
          </p:nvPr>
        </p:nvSpPr>
        <p:spPr>
          <a:xfrm>
            <a:off x="7426415" y="4179375"/>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
        <p:nvSpPr>
          <p:cNvPr id="94" name="Text Placeholder 7">
            <a:extLst>
              <a:ext uri="{FF2B5EF4-FFF2-40B4-BE49-F238E27FC236}">
                <a16:creationId xmlns:a16="http://schemas.microsoft.com/office/drawing/2014/main" id="{A9A5EA2F-086C-4316-ADEB-00F9E85FC8CB}"/>
              </a:ext>
            </a:extLst>
          </p:cNvPr>
          <p:cNvSpPr>
            <a:spLocks noGrp="1"/>
          </p:cNvSpPr>
          <p:nvPr>
            <p:ph type="body" sz="quarter" idx="29" hasCustomPrompt="1"/>
          </p:nvPr>
        </p:nvSpPr>
        <p:spPr>
          <a:xfrm>
            <a:off x="7426415" y="5350224"/>
            <a:ext cx="3861318" cy="623252"/>
          </a:xfrm>
          <a:prstGeom prst="rect">
            <a:avLst/>
          </a:prstGeom>
        </p:spPr>
        <p:txBody>
          <a:bodyPr tIns="0" bIns="0" anchor="ctr">
            <a:noAutofit/>
          </a:bodyPr>
          <a:lstStyle>
            <a:lvl1pPr>
              <a:lnSpc>
                <a:spcPct val="100000"/>
              </a:lnSpc>
              <a:spcBef>
                <a:spcPts val="0"/>
              </a:spcBef>
              <a:spcAft>
                <a:spcPts val="300"/>
              </a:spcAft>
              <a:defRPr sz="2200" b="0" cap="none" spc="0" baseline="0">
                <a:solidFill>
                  <a:schemeClr val="bg1"/>
                </a:solidFill>
              </a:defRPr>
            </a:lvl1pPr>
            <a:lvl2pPr>
              <a:lnSpc>
                <a:spcPct val="100000"/>
              </a:lnSpc>
              <a:spcBef>
                <a:spcPts val="0"/>
              </a:spcBef>
              <a:spcAft>
                <a:spcPts val="300"/>
              </a:spcAft>
              <a:defRPr sz="1700" b="0" cap="none" spc="0" baseline="0">
                <a:solidFill>
                  <a:schemeClr val="bg1"/>
                </a:solidFill>
              </a:defRPr>
            </a:lvl2pPr>
          </a:lstStyle>
          <a:p>
            <a:pPr lvl="0"/>
            <a:r>
              <a:rPr lang="en-GB"/>
              <a:t>Click to edit text </a:t>
            </a:r>
          </a:p>
          <a:p>
            <a:pPr lvl="1"/>
            <a:r>
              <a:rPr lang="en-GB"/>
              <a:t>Second level</a:t>
            </a:r>
          </a:p>
        </p:txBody>
      </p:sp>
    </p:spTree>
    <p:extLst>
      <p:ext uri="{BB962C8B-B14F-4D97-AF65-F5344CB8AC3E}">
        <p14:creationId xmlns:p14="http://schemas.microsoft.com/office/powerpoint/2010/main" val="844619627"/>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rofiles - Three Short Profiles">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52CF6D8C-4AA7-4BB7-8D73-99ED35A57263}"/>
              </a:ext>
            </a:extLst>
          </p:cNvPr>
          <p:cNvSpPr>
            <a:spLocks noGrp="1"/>
          </p:cNvSpPr>
          <p:nvPr>
            <p:ph type="pic" sz="quarter" idx="15"/>
          </p:nvPr>
        </p:nvSpPr>
        <p:spPr>
          <a:xfrm>
            <a:off x="552450"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22" name="Text Placeholder 4">
            <a:extLst>
              <a:ext uri="{FF2B5EF4-FFF2-40B4-BE49-F238E27FC236}">
                <a16:creationId xmlns:a16="http://schemas.microsoft.com/office/drawing/2014/main" id="{6EC1A3BF-0F2D-4B6D-BDF5-FF7669CE38AC}"/>
              </a:ext>
            </a:extLst>
          </p:cNvPr>
          <p:cNvSpPr>
            <a:spLocks noGrp="1"/>
          </p:cNvSpPr>
          <p:nvPr>
            <p:ph type="body" sz="quarter" idx="33"/>
          </p:nvPr>
        </p:nvSpPr>
        <p:spPr>
          <a:xfrm>
            <a:off x="552450" y="4438650"/>
            <a:ext cx="2665413"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9" name="Title 1">
            <a:extLst>
              <a:ext uri="{FF2B5EF4-FFF2-40B4-BE49-F238E27FC236}">
                <a16:creationId xmlns:a16="http://schemas.microsoft.com/office/drawing/2014/main" id="{BA4EA9B1-514F-42B2-941C-FA9F7A847A66}"/>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20" name="Straight Connector 19">
            <a:extLst>
              <a:ext uri="{FF2B5EF4-FFF2-40B4-BE49-F238E27FC236}">
                <a16:creationId xmlns:a16="http://schemas.microsoft.com/office/drawing/2014/main" id="{A79F3F4D-85C7-40E3-B2C0-9A7DB6AE30DF}"/>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2" name="Picture Placeholder 3">
            <a:extLst>
              <a:ext uri="{FF2B5EF4-FFF2-40B4-BE49-F238E27FC236}">
                <a16:creationId xmlns:a16="http://schemas.microsoft.com/office/drawing/2014/main" id="{AC287A1C-0CB1-4A32-A2A1-8C11535F42E5}"/>
              </a:ext>
            </a:extLst>
          </p:cNvPr>
          <p:cNvSpPr>
            <a:spLocks noGrp="1"/>
          </p:cNvSpPr>
          <p:nvPr>
            <p:ph type="pic" sz="quarter" idx="34"/>
          </p:nvPr>
        </p:nvSpPr>
        <p:spPr>
          <a:xfrm>
            <a:off x="4295775"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3" name="Text Placeholder 4">
            <a:extLst>
              <a:ext uri="{FF2B5EF4-FFF2-40B4-BE49-F238E27FC236}">
                <a16:creationId xmlns:a16="http://schemas.microsoft.com/office/drawing/2014/main" id="{6EACC9BB-4078-4A59-B341-C5CC7545AEE4}"/>
              </a:ext>
            </a:extLst>
          </p:cNvPr>
          <p:cNvSpPr>
            <a:spLocks noGrp="1"/>
          </p:cNvSpPr>
          <p:nvPr>
            <p:ph type="body" sz="quarter" idx="35"/>
          </p:nvPr>
        </p:nvSpPr>
        <p:spPr>
          <a:xfrm>
            <a:off x="4295775" y="4438650"/>
            <a:ext cx="2665413"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4" name="Picture Placeholder 3">
            <a:extLst>
              <a:ext uri="{FF2B5EF4-FFF2-40B4-BE49-F238E27FC236}">
                <a16:creationId xmlns:a16="http://schemas.microsoft.com/office/drawing/2014/main" id="{DB74DC24-6212-47F4-B442-E2CE67E1EEFF}"/>
              </a:ext>
            </a:extLst>
          </p:cNvPr>
          <p:cNvSpPr>
            <a:spLocks noGrp="1"/>
          </p:cNvSpPr>
          <p:nvPr>
            <p:ph type="pic" sz="quarter" idx="36"/>
          </p:nvPr>
        </p:nvSpPr>
        <p:spPr>
          <a:xfrm>
            <a:off x="8039100"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5" name="Text Placeholder 4">
            <a:extLst>
              <a:ext uri="{FF2B5EF4-FFF2-40B4-BE49-F238E27FC236}">
                <a16:creationId xmlns:a16="http://schemas.microsoft.com/office/drawing/2014/main" id="{2D4739AF-41CF-4A54-8668-EC236387772F}"/>
              </a:ext>
            </a:extLst>
          </p:cNvPr>
          <p:cNvSpPr>
            <a:spLocks noGrp="1"/>
          </p:cNvSpPr>
          <p:nvPr>
            <p:ph type="body" sz="quarter" idx="37"/>
          </p:nvPr>
        </p:nvSpPr>
        <p:spPr>
          <a:xfrm>
            <a:off x="8039100" y="4438650"/>
            <a:ext cx="2665413"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346774808"/>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Profiles - Three Short Profiles - Dark">
    <p:bg>
      <p:bgPr>
        <a:solidFill>
          <a:schemeClr val="accent1"/>
        </a:solidFill>
        <a:effectLst/>
      </p:bgPr>
    </p:bg>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52CF6D8C-4AA7-4BB7-8D73-99ED35A57263}"/>
              </a:ext>
            </a:extLst>
          </p:cNvPr>
          <p:cNvSpPr>
            <a:spLocks noGrp="1"/>
          </p:cNvSpPr>
          <p:nvPr>
            <p:ph type="pic" sz="quarter" idx="15"/>
          </p:nvPr>
        </p:nvSpPr>
        <p:spPr>
          <a:xfrm>
            <a:off x="552450"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22" name="Text Placeholder 4">
            <a:extLst>
              <a:ext uri="{FF2B5EF4-FFF2-40B4-BE49-F238E27FC236}">
                <a16:creationId xmlns:a16="http://schemas.microsoft.com/office/drawing/2014/main" id="{6EC1A3BF-0F2D-4B6D-BDF5-FF7669CE38AC}"/>
              </a:ext>
            </a:extLst>
          </p:cNvPr>
          <p:cNvSpPr>
            <a:spLocks noGrp="1"/>
          </p:cNvSpPr>
          <p:nvPr>
            <p:ph type="body" sz="quarter" idx="33"/>
          </p:nvPr>
        </p:nvSpPr>
        <p:spPr>
          <a:xfrm>
            <a:off x="552450" y="4438650"/>
            <a:ext cx="2665413"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9" name="Title 1">
            <a:extLst>
              <a:ext uri="{FF2B5EF4-FFF2-40B4-BE49-F238E27FC236}">
                <a16:creationId xmlns:a16="http://schemas.microsoft.com/office/drawing/2014/main" id="{BA4EA9B1-514F-42B2-941C-FA9F7A847A66}"/>
              </a:ext>
            </a:extLst>
          </p:cNvPr>
          <p:cNvSpPr>
            <a:spLocks noGrp="1"/>
          </p:cNvSpPr>
          <p:nvPr>
            <p:ph type="title"/>
          </p:nvPr>
        </p:nvSpPr>
        <p:spPr>
          <a:xfrm>
            <a:off x="554355" y="512763"/>
            <a:ext cx="11088370" cy="792465"/>
          </a:xfrm>
        </p:spPr>
        <p:txBody>
          <a:bodyPr/>
          <a:lstStyle>
            <a:lvl1pPr>
              <a:defRPr>
                <a:solidFill>
                  <a:schemeClr val="bg1"/>
                </a:solidFill>
              </a:defRPr>
            </a:lvl1pPr>
          </a:lstStyle>
          <a:p>
            <a:r>
              <a:rPr lang="en-GB"/>
              <a:t>Click to edit Master title style</a:t>
            </a:r>
          </a:p>
        </p:txBody>
      </p:sp>
      <p:cxnSp>
        <p:nvCxnSpPr>
          <p:cNvPr id="20" name="Straight Connector 19">
            <a:extLst>
              <a:ext uri="{FF2B5EF4-FFF2-40B4-BE49-F238E27FC236}">
                <a16:creationId xmlns:a16="http://schemas.microsoft.com/office/drawing/2014/main" id="{A79F3F4D-85C7-40E3-B2C0-9A7DB6AE30DF}"/>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32" name="Picture Placeholder 3">
            <a:extLst>
              <a:ext uri="{FF2B5EF4-FFF2-40B4-BE49-F238E27FC236}">
                <a16:creationId xmlns:a16="http://schemas.microsoft.com/office/drawing/2014/main" id="{AC287A1C-0CB1-4A32-A2A1-8C11535F42E5}"/>
              </a:ext>
            </a:extLst>
          </p:cNvPr>
          <p:cNvSpPr>
            <a:spLocks noGrp="1"/>
          </p:cNvSpPr>
          <p:nvPr>
            <p:ph type="pic" sz="quarter" idx="34"/>
          </p:nvPr>
        </p:nvSpPr>
        <p:spPr>
          <a:xfrm>
            <a:off x="4295775"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3" name="Text Placeholder 4">
            <a:extLst>
              <a:ext uri="{FF2B5EF4-FFF2-40B4-BE49-F238E27FC236}">
                <a16:creationId xmlns:a16="http://schemas.microsoft.com/office/drawing/2014/main" id="{6EACC9BB-4078-4A59-B341-C5CC7545AEE4}"/>
              </a:ext>
            </a:extLst>
          </p:cNvPr>
          <p:cNvSpPr>
            <a:spLocks noGrp="1"/>
          </p:cNvSpPr>
          <p:nvPr>
            <p:ph type="body" sz="quarter" idx="35"/>
          </p:nvPr>
        </p:nvSpPr>
        <p:spPr>
          <a:xfrm>
            <a:off x="4295775" y="4438650"/>
            <a:ext cx="2665413"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4" name="Picture Placeholder 3">
            <a:extLst>
              <a:ext uri="{FF2B5EF4-FFF2-40B4-BE49-F238E27FC236}">
                <a16:creationId xmlns:a16="http://schemas.microsoft.com/office/drawing/2014/main" id="{DB74DC24-6212-47F4-B442-E2CE67E1EEFF}"/>
              </a:ext>
            </a:extLst>
          </p:cNvPr>
          <p:cNvSpPr>
            <a:spLocks noGrp="1"/>
          </p:cNvSpPr>
          <p:nvPr>
            <p:ph type="pic" sz="quarter" idx="36"/>
          </p:nvPr>
        </p:nvSpPr>
        <p:spPr>
          <a:xfrm>
            <a:off x="8039100"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5" name="Text Placeholder 4">
            <a:extLst>
              <a:ext uri="{FF2B5EF4-FFF2-40B4-BE49-F238E27FC236}">
                <a16:creationId xmlns:a16="http://schemas.microsoft.com/office/drawing/2014/main" id="{2D4739AF-41CF-4A54-8668-EC236387772F}"/>
              </a:ext>
            </a:extLst>
          </p:cNvPr>
          <p:cNvSpPr>
            <a:spLocks noGrp="1"/>
          </p:cNvSpPr>
          <p:nvPr>
            <p:ph type="body" sz="quarter" idx="37"/>
          </p:nvPr>
        </p:nvSpPr>
        <p:spPr>
          <a:xfrm>
            <a:off x="8039100" y="4438650"/>
            <a:ext cx="2665413"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54267378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rofiles - Four Short Profiles">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332ABE18-3D80-4926-BB11-13D021EE7743}"/>
              </a:ext>
            </a:extLst>
          </p:cNvPr>
          <p:cNvSpPr>
            <a:spLocks noGrp="1"/>
          </p:cNvSpPr>
          <p:nvPr>
            <p:ph type="pic" sz="quarter" idx="15"/>
          </p:nvPr>
        </p:nvSpPr>
        <p:spPr>
          <a:xfrm>
            <a:off x="552450"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25" name="Text Placeholder 4">
            <a:extLst>
              <a:ext uri="{FF2B5EF4-FFF2-40B4-BE49-F238E27FC236}">
                <a16:creationId xmlns:a16="http://schemas.microsoft.com/office/drawing/2014/main" id="{6A1FA9C9-EB7D-402A-86DC-A45343F4E792}"/>
              </a:ext>
            </a:extLst>
          </p:cNvPr>
          <p:cNvSpPr>
            <a:spLocks noGrp="1"/>
          </p:cNvSpPr>
          <p:nvPr>
            <p:ph type="body" sz="quarter" idx="33"/>
          </p:nvPr>
        </p:nvSpPr>
        <p:spPr>
          <a:xfrm>
            <a:off x="552450" y="4438650"/>
            <a:ext cx="2592000"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Title 1">
            <a:extLst>
              <a:ext uri="{FF2B5EF4-FFF2-40B4-BE49-F238E27FC236}">
                <a16:creationId xmlns:a16="http://schemas.microsoft.com/office/drawing/2014/main" id="{9F1BD1FE-1EBA-4A08-90B5-0F3A95506E59}"/>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27" name="Straight Connector 26">
            <a:extLst>
              <a:ext uri="{FF2B5EF4-FFF2-40B4-BE49-F238E27FC236}">
                <a16:creationId xmlns:a16="http://schemas.microsoft.com/office/drawing/2014/main" id="{D7A34E6A-7F55-4DFD-968E-71DB0FA0E523}"/>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8" name="Picture Placeholder 3">
            <a:extLst>
              <a:ext uri="{FF2B5EF4-FFF2-40B4-BE49-F238E27FC236}">
                <a16:creationId xmlns:a16="http://schemas.microsoft.com/office/drawing/2014/main" id="{B11D4925-C268-4204-ABF0-D18B4647D633}"/>
              </a:ext>
            </a:extLst>
          </p:cNvPr>
          <p:cNvSpPr>
            <a:spLocks noGrp="1"/>
          </p:cNvSpPr>
          <p:nvPr>
            <p:ph type="pic" sz="quarter" idx="34"/>
          </p:nvPr>
        </p:nvSpPr>
        <p:spPr>
          <a:xfrm>
            <a:off x="3360737"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6" name="Text Placeholder 4">
            <a:extLst>
              <a:ext uri="{FF2B5EF4-FFF2-40B4-BE49-F238E27FC236}">
                <a16:creationId xmlns:a16="http://schemas.microsoft.com/office/drawing/2014/main" id="{3F6F4FC8-6560-4B8B-A3A0-472C7097DF30}"/>
              </a:ext>
            </a:extLst>
          </p:cNvPr>
          <p:cNvSpPr>
            <a:spLocks noGrp="1"/>
          </p:cNvSpPr>
          <p:nvPr>
            <p:ph type="body" sz="quarter" idx="35"/>
          </p:nvPr>
        </p:nvSpPr>
        <p:spPr>
          <a:xfrm>
            <a:off x="3360737" y="4438650"/>
            <a:ext cx="2592000"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7" name="Picture Placeholder 3">
            <a:extLst>
              <a:ext uri="{FF2B5EF4-FFF2-40B4-BE49-F238E27FC236}">
                <a16:creationId xmlns:a16="http://schemas.microsoft.com/office/drawing/2014/main" id="{08C63C87-DF84-45A0-B824-B4B20EF5B545}"/>
              </a:ext>
            </a:extLst>
          </p:cNvPr>
          <p:cNvSpPr>
            <a:spLocks noGrp="1"/>
          </p:cNvSpPr>
          <p:nvPr>
            <p:ph type="pic" sz="quarter" idx="36"/>
          </p:nvPr>
        </p:nvSpPr>
        <p:spPr>
          <a:xfrm>
            <a:off x="6169025"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8" name="Text Placeholder 4">
            <a:extLst>
              <a:ext uri="{FF2B5EF4-FFF2-40B4-BE49-F238E27FC236}">
                <a16:creationId xmlns:a16="http://schemas.microsoft.com/office/drawing/2014/main" id="{4ED6EF5B-02C3-46D0-807D-23439A3021D4}"/>
              </a:ext>
            </a:extLst>
          </p:cNvPr>
          <p:cNvSpPr>
            <a:spLocks noGrp="1"/>
          </p:cNvSpPr>
          <p:nvPr>
            <p:ph type="body" sz="quarter" idx="37"/>
          </p:nvPr>
        </p:nvSpPr>
        <p:spPr>
          <a:xfrm>
            <a:off x="6169025" y="4438650"/>
            <a:ext cx="2592000"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9" name="Picture Placeholder 3">
            <a:extLst>
              <a:ext uri="{FF2B5EF4-FFF2-40B4-BE49-F238E27FC236}">
                <a16:creationId xmlns:a16="http://schemas.microsoft.com/office/drawing/2014/main" id="{8C1C1D27-A4A4-4378-AD6A-6566FC21F260}"/>
              </a:ext>
            </a:extLst>
          </p:cNvPr>
          <p:cNvSpPr>
            <a:spLocks noGrp="1"/>
          </p:cNvSpPr>
          <p:nvPr>
            <p:ph type="pic" sz="quarter" idx="38"/>
          </p:nvPr>
        </p:nvSpPr>
        <p:spPr>
          <a:xfrm>
            <a:off x="8977312"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40" name="Text Placeholder 4">
            <a:extLst>
              <a:ext uri="{FF2B5EF4-FFF2-40B4-BE49-F238E27FC236}">
                <a16:creationId xmlns:a16="http://schemas.microsoft.com/office/drawing/2014/main" id="{2C509099-C88E-4CFF-971D-BE420AE4AD46}"/>
              </a:ext>
            </a:extLst>
          </p:cNvPr>
          <p:cNvSpPr>
            <a:spLocks noGrp="1"/>
          </p:cNvSpPr>
          <p:nvPr>
            <p:ph type="body" sz="quarter" idx="39"/>
          </p:nvPr>
        </p:nvSpPr>
        <p:spPr>
          <a:xfrm>
            <a:off x="8977312" y="4438650"/>
            <a:ext cx="2592000" cy="1727199"/>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2282654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rofiles - Four Short Profiles - Dark">
    <p:bg>
      <p:bgPr>
        <a:solidFill>
          <a:schemeClr val="accent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332ABE18-3D80-4926-BB11-13D021EE7743}"/>
              </a:ext>
            </a:extLst>
          </p:cNvPr>
          <p:cNvSpPr>
            <a:spLocks noGrp="1"/>
          </p:cNvSpPr>
          <p:nvPr>
            <p:ph type="pic" sz="quarter" idx="15"/>
          </p:nvPr>
        </p:nvSpPr>
        <p:spPr>
          <a:xfrm>
            <a:off x="552450"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25" name="Text Placeholder 4">
            <a:extLst>
              <a:ext uri="{FF2B5EF4-FFF2-40B4-BE49-F238E27FC236}">
                <a16:creationId xmlns:a16="http://schemas.microsoft.com/office/drawing/2014/main" id="{6A1FA9C9-EB7D-402A-86DC-A45343F4E792}"/>
              </a:ext>
            </a:extLst>
          </p:cNvPr>
          <p:cNvSpPr>
            <a:spLocks noGrp="1"/>
          </p:cNvSpPr>
          <p:nvPr>
            <p:ph type="body" sz="quarter" idx="33"/>
          </p:nvPr>
        </p:nvSpPr>
        <p:spPr>
          <a:xfrm>
            <a:off x="552450" y="4438650"/>
            <a:ext cx="2592000"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Title 1">
            <a:extLst>
              <a:ext uri="{FF2B5EF4-FFF2-40B4-BE49-F238E27FC236}">
                <a16:creationId xmlns:a16="http://schemas.microsoft.com/office/drawing/2014/main" id="{9F1BD1FE-1EBA-4A08-90B5-0F3A95506E59}"/>
              </a:ext>
            </a:extLst>
          </p:cNvPr>
          <p:cNvSpPr>
            <a:spLocks noGrp="1"/>
          </p:cNvSpPr>
          <p:nvPr>
            <p:ph type="title"/>
          </p:nvPr>
        </p:nvSpPr>
        <p:spPr>
          <a:xfrm>
            <a:off x="554355" y="512763"/>
            <a:ext cx="11088370" cy="792465"/>
          </a:xfrm>
        </p:spPr>
        <p:txBody>
          <a:bodyPr/>
          <a:lstStyle>
            <a:lvl1pPr>
              <a:defRPr>
                <a:solidFill>
                  <a:schemeClr val="bg1"/>
                </a:solidFill>
              </a:defRPr>
            </a:lvl1pPr>
          </a:lstStyle>
          <a:p>
            <a:r>
              <a:rPr lang="en-GB"/>
              <a:t>Click to edit Master title style</a:t>
            </a:r>
          </a:p>
        </p:txBody>
      </p:sp>
      <p:cxnSp>
        <p:nvCxnSpPr>
          <p:cNvPr id="27" name="Straight Connector 26">
            <a:extLst>
              <a:ext uri="{FF2B5EF4-FFF2-40B4-BE49-F238E27FC236}">
                <a16:creationId xmlns:a16="http://schemas.microsoft.com/office/drawing/2014/main" id="{D7A34E6A-7F55-4DFD-968E-71DB0FA0E523}"/>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8" name="Picture Placeholder 3">
            <a:extLst>
              <a:ext uri="{FF2B5EF4-FFF2-40B4-BE49-F238E27FC236}">
                <a16:creationId xmlns:a16="http://schemas.microsoft.com/office/drawing/2014/main" id="{B11D4925-C268-4204-ABF0-D18B4647D633}"/>
              </a:ext>
            </a:extLst>
          </p:cNvPr>
          <p:cNvSpPr>
            <a:spLocks noGrp="1"/>
          </p:cNvSpPr>
          <p:nvPr>
            <p:ph type="pic" sz="quarter" idx="34"/>
          </p:nvPr>
        </p:nvSpPr>
        <p:spPr>
          <a:xfrm>
            <a:off x="3360737"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6" name="Text Placeholder 4">
            <a:extLst>
              <a:ext uri="{FF2B5EF4-FFF2-40B4-BE49-F238E27FC236}">
                <a16:creationId xmlns:a16="http://schemas.microsoft.com/office/drawing/2014/main" id="{3F6F4FC8-6560-4B8B-A3A0-472C7097DF30}"/>
              </a:ext>
            </a:extLst>
          </p:cNvPr>
          <p:cNvSpPr>
            <a:spLocks noGrp="1"/>
          </p:cNvSpPr>
          <p:nvPr>
            <p:ph type="body" sz="quarter" idx="35"/>
          </p:nvPr>
        </p:nvSpPr>
        <p:spPr>
          <a:xfrm>
            <a:off x="3360737" y="4438650"/>
            <a:ext cx="2592000"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7" name="Picture Placeholder 3">
            <a:extLst>
              <a:ext uri="{FF2B5EF4-FFF2-40B4-BE49-F238E27FC236}">
                <a16:creationId xmlns:a16="http://schemas.microsoft.com/office/drawing/2014/main" id="{08C63C87-DF84-45A0-B824-B4B20EF5B545}"/>
              </a:ext>
            </a:extLst>
          </p:cNvPr>
          <p:cNvSpPr>
            <a:spLocks noGrp="1"/>
          </p:cNvSpPr>
          <p:nvPr>
            <p:ph type="pic" sz="quarter" idx="36"/>
          </p:nvPr>
        </p:nvSpPr>
        <p:spPr>
          <a:xfrm>
            <a:off x="6169025"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38" name="Text Placeholder 4">
            <a:extLst>
              <a:ext uri="{FF2B5EF4-FFF2-40B4-BE49-F238E27FC236}">
                <a16:creationId xmlns:a16="http://schemas.microsoft.com/office/drawing/2014/main" id="{4ED6EF5B-02C3-46D0-807D-23439A3021D4}"/>
              </a:ext>
            </a:extLst>
          </p:cNvPr>
          <p:cNvSpPr>
            <a:spLocks noGrp="1"/>
          </p:cNvSpPr>
          <p:nvPr>
            <p:ph type="body" sz="quarter" idx="37"/>
          </p:nvPr>
        </p:nvSpPr>
        <p:spPr>
          <a:xfrm>
            <a:off x="6169025" y="4438650"/>
            <a:ext cx="2592000"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9" name="Picture Placeholder 3">
            <a:extLst>
              <a:ext uri="{FF2B5EF4-FFF2-40B4-BE49-F238E27FC236}">
                <a16:creationId xmlns:a16="http://schemas.microsoft.com/office/drawing/2014/main" id="{8C1C1D27-A4A4-4378-AD6A-6566FC21F260}"/>
              </a:ext>
            </a:extLst>
          </p:cNvPr>
          <p:cNvSpPr>
            <a:spLocks noGrp="1"/>
          </p:cNvSpPr>
          <p:nvPr>
            <p:ph type="pic" sz="quarter" idx="38"/>
          </p:nvPr>
        </p:nvSpPr>
        <p:spPr>
          <a:xfrm>
            <a:off x="8977312" y="1630362"/>
            <a:ext cx="2665413" cy="2663813"/>
          </a:xfrm>
          <a:prstGeom prst="roundRect">
            <a:avLst>
              <a:gd name="adj" fmla="val 3539"/>
            </a:avLst>
          </a:prstGeom>
          <a:solidFill>
            <a:schemeClr val="accent6"/>
          </a:solidFill>
          <a:ln w="19050">
            <a:noFill/>
          </a:ln>
        </p:spPr>
        <p:txBody>
          <a:bodyPr vert="horz" lIns="36000" tIns="36000" rIns="36000" bIns="36000" rtlCol="0" anchor="ctr">
            <a:noAutofit/>
          </a:bodyPr>
          <a:lstStyle>
            <a:lvl1pPr>
              <a:defRPr lang="en-GB" dirty="0">
                <a:solidFill>
                  <a:schemeClr val="bg1"/>
                </a:solidFill>
              </a:defRPr>
            </a:lvl1pPr>
          </a:lstStyle>
          <a:p>
            <a:pPr lvl="0" algn="ctr"/>
            <a:endParaRPr lang="en-GB"/>
          </a:p>
        </p:txBody>
      </p:sp>
      <p:sp>
        <p:nvSpPr>
          <p:cNvPr id="40" name="Text Placeholder 4">
            <a:extLst>
              <a:ext uri="{FF2B5EF4-FFF2-40B4-BE49-F238E27FC236}">
                <a16:creationId xmlns:a16="http://schemas.microsoft.com/office/drawing/2014/main" id="{2C509099-C88E-4CFF-971D-BE420AE4AD46}"/>
              </a:ext>
            </a:extLst>
          </p:cNvPr>
          <p:cNvSpPr>
            <a:spLocks noGrp="1"/>
          </p:cNvSpPr>
          <p:nvPr>
            <p:ph type="body" sz="quarter" idx="39"/>
          </p:nvPr>
        </p:nvSpPr>
        <p:spPr>
          <a:xfrm>
            <a:off x="8977312" y="4438650"/>
            <a:ext cx="2592000" cy="17271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1882300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Highlights of our work 2x1">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243D6C03-8337-4A95-BC8C-DEFBFC356F60}"/>
              </a:ext>
            </a:extLst>
          </p:cNvPr>
          <p:cNvSpPr/>
          <p:nvPr userDrawn="1"/>
        </p:nvSpPr>
        <p:spPr>
          <a:xfrm>
            <a:off x="554671" y="1645301"/>
            <a:ext cx="1871028" cy="4520549"/>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16" name="Picture Placeholder 15">
            <a:extLst>
              <a:ext uri="{FF2B5EF4-FFF2-40B4-BE49-F238E27FC236}">
                <a16:creationId xmlns:a16="http://schemas.microsoft.com/office/drawing/2014/main" id="{8886E69C-CBC9-4F08-875B-B7133DD06F53}"/>
              </a:ext>
            </a:extLst>
          </p:cNvPr>
          <p:cNvSpPr>
            <a:spLocks noGrp="1"/>
          </p:cNvSpPr>
          <p:nvPr>
            <p:ph type="pic" sz="quarter" idx="10" hasCustomPrompt="1"/>
          </p:nvPr>
        </p:nvSpPr>
        <p:spPr>
          <a:xfrm>
            <a:off x="2425699" y="1645301"/>
            <a:ext cx="3583841" cy="4520549"/>
          </a:xfrm>
          <a:custGeom>
            <a:avLst/>
            <a:gdLst>
              <a:gd name="connsiteX0" fmla="*/ 0 w 3583841"/>
              <a:gd name="connsiteY0" fmla="*/ 0 h 4520549"/>
              <a:gd name="connsiteX1" fmla="*/ 3485700 w 3583841"/>
              <a:gd name="connsiteY1" fmla="*/ 0 h 4520549"/>
              <a:gd name="connsiteX2" fmla="*/ 3583841 w 3583841"/>
              <a:gd name="connsiteY2" fmla="*/ 98141 h 4520549"/>
              <a:gd name="connsiteX3" fmla="*/ 3583841 w 3583841"/>
              <a:gd name="connsiteY3" fmla="*/ 4422408 h 4520549"/>
              <a:gd name="connsiteX4" fmla="*/ 3485700 w 3583841"/>
              <a:gd name="connsiteY4" fmla="*/ 4520549 h 4520549"/>
              <a:gd name="connsiteX5" fmla="*/ 0 w 3583841"/>
              <a:gd name="connsiteY5" fmla="*/ 4520549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841" h="4520549">
                <a:moveTo>
                  <a:pt x="0" y="0"/>
                </a:moveTo>
                <a:lnTo>
                  <a:pt x="3485700" y="0"/>
                </a:lnTo>
                <a:cubicBezTo>
                  <a:pt x="3539902" y="0"/>
                  <a:pt x="3583841" y="43939"/>
                  <a:pt x="3583841" y="98141"/>
                </a:cubicBezTo>
                <a:lnTo>
                  <a:pt x="3583841" y="4422408"/>
                </a:lnTo>
                <a:cubicBezTo>
                  <a:pt x="3583841" y="4476610"/>
                  <a:pt x="3539902" y="4520549"/>
                  <a:pt x="3485700" y="4520549"/>
                </a:cubicBezTo>
                <a:lnTo>
                  <a:pt x="0" y="4520549"/>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10" name="Title 1">
            <a:extLst>
              <a:ext uri="{FF2B5EF4-FFF2-40B4-BE49-F238E27FC236}">
                <a16:creationId xmlns:a16="http://schemas.microsoft.com/office/drawing/2014/main" id="{7861C766-490F-4606-9855-FCC902853BFD}"/>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1" name="Straight Connector 10">
            <a:extLst>
              <a:ext uri="{FF2B5EF4-FFF2-40B4-BE49-F238E27FC236}">
                <a16:creationId xmlns:a16="http://schemas.microsoft.com/office/drawing/2014/main" id="{809D6D6B-327A-422D-BB25-49622CC31376}"/>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0" name="Text Placeholder 48">
            <a:extLst>
              <a:ext uri="{FF2B5EF4-FFF2-40B4-BE49-F238E27FC236}">
                <a16:creationId xmlns:a16="http://schemas.microsoft.com/office/drawing/2014/main" id="{43586867-54B8-4D0E-BA43-81B058D9F048}"/>
              </a:ext>
            </a:extLst>
          </p:cNvPr>
          <p:cNvSpPr>
            <a:spLocks noGrp="1"/>
          </p:cNvSpPr>
          <p:nvPr>
            <p:ph type="body" sz="quarter" idx="11" hasCustomPrompt="1"/>
          </p:nvPr>
        </p:nvSpPr>
        <p:spPr>
          <a:xfrm>
            <a:off x="683579" y="1786707"/>
            <a:ext cx="1571942" cy="4237736"/>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21" name="Freeform: Shape 20">
            <a:extLst>
              <a:ext uri="{FF2B5EF4-FFF2-40B4-BE49-F238E27FC236}">
                <a16:creationId xmlns:a16="http://schemas.microsoft.com/office/drawing/2014/main" id="{B59E1525-9EAD-4196-82F7-69A0AECCFD09}"/>
              </a:ext>
            </a:extLst>
          </p:cNvPr>
          <p:cNvSpPr/>
          <p:nvPr userDrawn="1"/>
        </p:nvSpPr>
        <p:spPr>
          <a:xfrm>
            <a:off x="6187856" y="1645301"/>
            <a:ext cx="1871028" cy="4520549"/>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2" name="Picture Placeholder 21">
            <a:extLst>
              <a:ext uri="{FF2B5EF4-FFF2-40B4-BE49-F238E27FC236}">
                <a16:creationId xmlns:a16="http://schemas.microsoft.com/office/drawing/2014/main" id="{08F8EB35-D961-4E7F-8719-34262DE00169}"/>
              </a:ext>
            </a:extLst>
          </p:cNvPr>
          <p:cNvSpPr>
            <a:spLocks noGrp="1"/>
          </p:cNvSpPr>
          <p:nvPr>
            <p:ph type="pic" sz="quarter" idx="12" hasCustomPrompt="1"/>
          </p:nvPr>
        </p:nvSpPr>
        <p:spPr>
          <a:xfrm>
            <a:off x="8058884" y="1645301"/>
            <a:ext cx="3583841" cy="4520549"/>
          </a:xfrm>
          <a:custGeom>
            <a:avLst/>
            <a:gdLst>
              <a:gd name="connsiteX0" fmla="*/ 0 w 3583841"/>
              <a:gd name="connsiteY0" fmla="*/ 0 h 4520549"/>
              <a:gd name="connsiteX1" fmla="*/ 3485700 w 3583841"/>
              <a:gd name="connsiteY1" fmla="*/ 0 h 4520549"/>
              <a:gd name="connsiteX2" fmla="*/ 3583841 w 3583841"/>
              <a:gd name="connsiteY2" fmla="*/ 98141 h 4520549"/>
              <a:gd name="connsiteX3" fmla="*/ 3583841 w 3583841"/>
              <a:gd name="connsiteY3" fmla="*/ 4422408 h 4520549"/>
              <a:gd name="connsiteX4" fmla="*/ 3485700 w 3583841"/>
              <a:gd name="connsiteY4" fmla="*/ 4520549 h 4520549"/>
              <a:gd name="connsiteX5" fmla="*/ 0 w 3583841"/>
              <a:gd name="connsiteY5" fmla="*/ 4520549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841" h="4520549">
                <a:moveTo>
                  <a:pt x="0" y="0"/>
                </a:moveTo>
                <a:lnTo>
                  <a:pt x="3485700" y="0"/>
                </a:lnTo>
                <a:cubicBezTo>
                  <a:pt x="3539902" y="0"/>
                  <a:pt x="3583841" y="43939"/>
                  <a:pt x="3583841" y="98141"/>
                </a:cubicBezTo>
                <a:lnTo>
                  <a:pt x="3583841" y="4422408"/>
                </a:lnTo>
                <a:cubicBezTo>
                  <a:pt x="3583841" y="4476610"/>
                  <a:pt x="3539902" y="4520549"/>
                  <a:pt x="3485700" y="4520549"/>
                </a:cubicBezTo>
                <a:lnTo>
                  <a:pt x="0" y="4520549"/>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3" name="Text Placeholder 48">
            <a:extLst>
              <a:ext uri="{FF2B5EF4-FFF2-40B4-BE49-F238E27FC236}">
                <a16:creationId xmlns:a16="http://schemas.microsoft.com/office/drawing/2014/main" id="{1DA59E22-9F8A-40A4-B426-14003756B0F7}"/>
              </a:ext>
            </a:extLst>
          </p:cNvPr>
          <p:cNvSpPr>
            <a:spLocks noGrp="1"/>
          </p:cNvSpPr>
          <p:nvPr>
            <p:ph type="body" sz="quarter" idx="13" hasCustomPrompt="1"/>
          </p:nvPr>
        </p:nvSpPr>
        <p:spPr>
          <a:xfrm>
            <a:off x="6316764" y="1786707"/>
            <a:ext cx="1571942" cy="4237736"/>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Tree>
    <p:extLst>
      <p:ext uri="{BB962C8B-B14F-4D97-AF65-F5344CB8AC3E}">
        <p14:creationId xmlns:p14="http://schemas.microsoft.com/office/powerpoint/2010/main" val="255637569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Highlights of our work 2x1 - Dark">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243D6C03-8337-4A95-BC8C-DEFBFC356F60}"/>
              </a:ext>
            </a:extLst>
          </p:cNvPr>
          <p:cNvSpPr/>
          <p:nvPr userDrawn="1"/>
        </p:nvSpPr>
        <p:spPr>
          <a:xfrm>
            <a:off x="554671" y="1645301"/>
            <a:ext cx="1871028" cy="4520549"/>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16" name="Picture Placeholder 15">
            <a:extLst>
              <a:ext uri="{FF2B5EF4-FFF2-40B4-BE49-F238E27FC236}">
                <a16:creationId xmlns:a16="http://schemas.microsoft.com/office/drawing/2014/main" id="{8886E69C-CBC9-4F08-875B-B7133DD06F53}"/>
              </a:ext>
            </a:extLst>
          </p:cNvPr>
          <p:cNvSpPr>
            <a:spLocks noGrp="1"/>
          </p:cNvSpPr>
          <p:nvPr>
            <p:ph type="pic" sz="quarter" idx="10" hasCustomPrompt="1"/>
          </p:nvPr>
        </p:nvSpPr>
        <p:spPr>
          <a:xfrm>
            <a:off x="2425699" y="1645301"/>
            <a:ext cx="3583841" cy="4520549"/>
          </a:xfrm>
          <a:custGeom>
            <a:avLst/>
            <a:gdLst>
              <a:gd name="connsiteX0" fmla="*/ 0 w 3583841"/>
              <a:gd name="connsiteY0" fmla="*/ 0 h 4520549"/>
              <a:gd name="connsiteX1" fmla="*/ 3485700 w 3583841"/>
              <a:gd name="connsiteY1" fmla="*/ 0 h 4520549"/>
              <a:gd name="connsiteX2" fmla="*/ 3583841 w 3583841"/>
              <a:gd name="connsiteY2" fmla="*/ 98141 h 4520549"/>
              <a:gd name="connsiteX3" fmla="*/ 3583841 w 3583841"/>
              <a:gd name="connsiteY3" fmla="*/ 4422408 h 4520549"/>
              <a:gd name="connsiteX4" fmla="*/ 3485700 w 3583841"/>
              <a:gd name="connsiteY4" fmla="*/ 4520549 h 4520549"/>
              <a:gd name="connsiteX5" fmla="*/ 0 w 3583841"/>
              <a:gd name="connsiteY5" fmla="*/ 4520549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841" h="4520549">
                <a:moveTo>
                  <a:pt x="0" y="0"/>
                </a:moveTo>
                <a:lnTo>
                  <a:pt x="3485700" y="0"/>
                </a:lnTo>
                <a:cubicBezTo>
                  <a:pt x="3539902" y="0"/>
                  <a:pt x="3583841" y="43939"/>
                  <a:pt x="3583841" y="98141"/>
                </a:cubicBezTo>
                <a:lnTo>
                  <a:pt x="3583841" y="4422408"/>
                </a:lnTo>
                <a:cubicBezTo>
                  <a:pt x="3583841" y="4476610"/>
                  <a:pt x="3539902" y="4520549"/>
                  <a:pt x="3485700" y="4520549"/>
                </a:cubicBezTo>
                <a:lnTo>
                  <a:pt x="0" y="4520549"/>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10" name="Title 1">
            <a:extLst>
              <a:ext uri="{FF2B5EF4-FFF2-40B4-BE49-F238E27FC236}">
                <a16:creationId xmlns:a16="http://schemas.microsoft.com/office/drawing/2014/main" id="{7861C766-490F-4606-9855-FCC902853BFD}"/>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1" name="Straight Connector 10">
            <a:extLst>
              <a:ext uri="{FF2B5EF4-FFF2-40B4-BE49-F238E27FC236}">
                <a16:creationId xmlns:a16="http://schemas.microsoft.com/office/drawing/2014/main" id="{809D6D6B-327A-422D-BB25-49622CC31376}"/>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0" name="Text Placeholder 48">
            <a:extLst>
              <a:ext uri="{FF2B5EF4-FFF2-40B4-BE49-F238E27FC236}">
                <a16:creationId xmlns:a16="http://schemas.microsoft.com/office/drawing/2014/main" id="{43586867-54B8-4D0E-BA43-81B058D9F048}"/>
              </a:ext>
            </a:extLst>
          </p:cNvPr>
          <p:cNvSpPr>
            <a:spLocks noGrp="1"/>
          </p:cNvSpPr>
          <p:nvPr>
            <p:ph type="body" sz="quarter" idx="11" hasCustomPrompt="1"/>
          </p:nvPr>
        </p:nvSpPr>
        <p:spPr>
          <a:xfrm>
            <a:off x="683579" y="1786707"/>
            <a:ext cx="1571942" cy="4237736"/>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21" name="Freeform: Shape 20">
            <a:extLst>
              <a:ext uri="{FF2B5EF4-FFF2-40B4-BE49-F238E27FC236}">
                <a16:creationId xmlns:a16="http://schemas.microsoft.com/office/drawing/2014/main" id="{B59E1525-9EAD-4196-82F7-69A0AECCFD09}"/>
              </a:ext>
            </a:extLst>
          </p:cNvPr>
          <p:cNvSpPr/>
          <p:nvPr userDrawn="1"/>
        </p:nvSpPr>
        <p:spPr>
          <a:xfrm>
            <a:off x="6187856" y="1645301"/>
            <a:ext cx="1871028" cy="4520549"/>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2" name="Picture Placeholder 21">
            <a:extLst>
              <a:ext uri="{FF2B5EF4-FFF2-40B4-BE49-F238E27FC236}">
                <a16:creationId xmlns:a16="http://schemas.microsoft.com/office/drawing/2014/main" id="{08F8EB35-D961-4E7F-8719-34262DE00169}"/>
              </a:ext>
            </a:extLst>
          </p:cNvPr>
          <p:cNvSpPr>
            <a:spLocks noGrp="1"/>
          </p:cNvSpPr>
          <p:nvPr>
            <p:ph type="pic" sz="quarter" idx="12" hasCustomPrompt="1"/>
          </p:nvPr>
        </p:nvSpPr>
        <p:spPr>
          <a:xfrm>
            <a:off x="8058884" y="1645301"/>
            <a:ext cx="3583841" cy="4520549"/>
          </a:xfrm>
          <a:custGeom>
            <a:avLst/>
            <a:gdLst>
              <a:gd name="connsiteX0" fmla="*/ 0 w 3583841"/>
              <a:gd name="connsiteY0" fmla="*/ 0 h 4520549"/>
              <a:gd name="connsiteX1" fmla="*/ 3485700 w 3583841"/>
              <a:gd name="connsiteY1" fmla="*/ 0 h 4520549"/>
              <a:gd name="connsiteX2" fmla="*/ 3583841 w 3583841"/>
              <a:gd name="connsiteY2" fmla="*/ 98141 h 4520549"/>
              <a:gd name="connsiteX3" fmla="*/ 3583841 w 3583841"/>
              <a:gd name="connsiteY3" fmla="*/ 4422408 h 4520549"/>
              <a:gd name="connsiteX4" fmla="*/ 3485700 w 3583841"/>
              <a:gd name="connsiteY4" fmla="*/ 4520549 h 4520549"/>
              <a:gd name="connsiteX5" fmla="*/ 0 w 3583841"/>
              <a:gd name="connsiteY5" fmla="*/ 4520549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83841" h="4520549">
                <a:moveTo>
                  <a:pt x="0" y="0"/>
                </a:moveTo>
                <a:lnTo>
                  <a:pt x="3485700" y="0"/>
                </a:lnTo>
                <a:cubicBezTo>
                  <a:pt x="3539902" y="0"/>
                  <a:pt x="3583841" y="43939"/>
                  <a:pt x="3583841" y="98141"/>
                </a:cubicBezTo>
                <a:lnTo>
                  <a:pt x="3583841" y="4422408"/>
                </a:lnTo>
                <a:cubicBezTo>
                  <a:pt x="3583841" y="4476610"/>
                  <a:pt x="3539902" y="4520549"/>
                  <a:pt x="3485700" y="4520549"/>
                </a:cubicBezTo>
                <a:lnTo>
                  <a:pt x="0" y="4520549"/>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3" name="Text Placeholder 48">
            <a:extLst>
              <a:ext uri="{FF2B5EF4-FFF2-40B4-BE49-F238E27FC236}">
                <a16:creationId xmlns:a16="http://schemas.microsoft.com/office/drawing/2014/main" id="{1DA59E22-9F8A-40A4-B426-14003756B0F7}"/>
              </a:ext>
            </a:extLst>
          </p:cNvPr>
          <p:cNvSpPr>
            <a:spLocks noGrp="1"/>
          </p:cNvSpPr>
          <p:nvPr>
            <p:ph type="body" sz="quarter" idx="13" hasCustomPrompt="1"/>
          </p:nvPr>
        </p:nvSpPr>
        <p:spPr>
          <a:xfrm>
            <a:off x="6316764" y="1786707"/>
            <a:ext cx="1571942" cy="4237736"/>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Tree>
    <p:extLst>
      <p:ext uri="{BB962C8B-B14F-4D97-AF65-F5344CB8AC3E}">
        <p14:creationId xmlns:p14="http://schemas.microsoft.com/office/powerpoint/2010/main" val="180532978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Highlights of our work 3x1">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E7AC047-D42D-4F8F-ABFD-F915D8696B0E}"/>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2" name="Straight Connector 11">
            <a:extLst>
              <a:ext uri="{FF2B5EF4-FFF2-40B4-BE49-F238E27FC236}">
                <a16:creationId xmlns:a16="http://schemas.microsoft.com/office/drawing/2014/main" id="{C401A1F9-6CC2-40D9-917B-B17E83C9C550}"/>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3EFF58A8-CB3A-41D9-A25B-51213548B3CC}"/>
              </a:ext>
            </a:extLst>
          </p:cNvPr>
          <p:cNvSpPr>
            <a:spLocks noChangeAspect="1"/>
          </p:cNvSpPr>
          <p:nvPr userDrawn="1"/>
        </p:nvSpPr>
        <p:spPr>
          <a:xfrm>
            <a:off x="557210" y="1632600"/>
            <a:ext cx="1490018" cy="3600000"/>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15" name="Text Placeholder 48">
            <a:extLst>
              <a:ext uri="{FF2B5EF4-FFF2-40B4-BE49-F238E27FC236}">
                <a16:creationId xmlns:a16="http://schemas.microsoft.com/office/drawing/2014/main" id="{9B00BF1C-E0E4-4D09-B306-45AC19057BDA}"/>
              </a:ext>
            </a:extLst>
          </p:cNvPr>
          <p:cNvSpPr>
            <a:spLocks noGrp="1"/>
          </p:cNvSpPr>
          <p:nvPr>
            <p:ph type="body" sz="quarter" idx="11" hasCustomPrompt="1"/>
          </p:nvPr>
        </p:nvSpPr>
        <p:spPr>
          <a:xfrm>
            <a:off x="696589" y="1782779"/>
            <a:ext cx="1211261" cy="329964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22" name="Picture Placeholder 21">
            <a:extLst>
              <a:ext uri="{FF2B5EF4-FFF2-40B4-BE49-F238E27FC236}">
                <a16:creationId xmlns:a16="http://schemas.microsoft.com/office/drawing/2014/main" id="{BA2AFAE4-C975-4180-B47A-1AB60FA30502}"/>
              </a:ext>
            </a:extLst>
          </p:cNvPr>
          <p:cNvSpPr>
            <a:spLocks noGrp="1" noChangeAspect="1"/>
          </p:cNvSpPr>
          <p:nvPr>
            <p:ph type="pic" sz="quarter" idx="10" hasCustomPrompt="1"/>
          </p:nvPr>
        </p:nvSpPr>
        <p:spPr>
          <a:xfrm>
            <a:off x="2047229" y="1632600"/>
            <a:ext cx="2114911" cy="3600000"/>
          </a:xfrm>
          <a:custGeom>
            <a:avLst/>
            <a:gdLst>
              <a:gd name="connsiteX0" fmla="*/ 0 w 2114911"/>
              <a:gd name="connsiteY0" fmla="*/ 0 h 3600000"/>
              <a:gd name="connsiteX1" fmla="*/ 2036755 w 2114911"/>
              <a:gd name="connsiteY1" fmla="*/ 0 h 3600000"/>
              <a:gd name="connsiteX2" fmla="*/ 2114911 w 2114911"/>
              <a:gd name="connsiteY2" fmla="*/ 78156 h 3600000"/>
              <a:gd name="connsiteX3" fmla="*/ 2114911 w 2114911"/>
              <a:gd name="connsiteY3" fmla="*/ 3521844 h 3600000"/>
              <a:gd name="connsiteX4" fmla="*/ 2036755 w 2114911"/>
              <a:gd name="connsiteY4" fmla="*/ 3600000 h 3600000"/>
              <a:gd name="connsiteX5" fmla="*/ 0 w 2114911"/>
              <a:gd name="connsiteY5"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911" h="3600000">
                <a:moveTo>
                  <a:pt x="0" y="0"/>
                </a:moveTo>
                <a:lnTo>
                  <a:pt x="2036755" y="0"/>
                </a:lnTo>
                <a:cubicBezTo>
                  <a:pt x="2079920" y="0"/>
                  <a:pt x="2114911" y="34991"/>
                  <a:pt x="2114911" y="78156"/>
                </a:cubicBezTo>
                <a:lnTo>
                  <a:pt x="2114911" y="3521844"/>
                </a:lnTo>
                <a:cubicBezTo>
                  <a:pt x="2114911" y="3565009"/>
                  <a:pt x="2079920" y="3600000"/>
                  <a:pt x="2036755" y="3600000"/>
                </a:cubicBezTo>
                <a:lnTo>
                  <a:pt x="0" y="3600000"/>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3" name="Freeform: Shape 22">
            <a:extLst>
              <a:ext uri="{FF2B5EF4-FFF2-40B4-BE49-F238E27FC236}">
                <a16:creationId xmlns:a16="http://schemas.microsoft.com/office/drawing/2014/main" id="{78EC422A-B827-4CD4-8F72-696544455989}"/>
              </a:ext>
            </a:extLst>
          </p:cNvPr>
          <p:cNvSpPr>
            <a:spLocks noChangeAspect="1"/>
          </p:cNvSpPr>
          <p:nvPr userDrawn="1"/>
        </p:nvSpPr>
        <p:spPr>
          <a:xfrm>
            <a:off x="4300503" y="1632600"/>
            <a:ext cx="1490018" cy="3600000"/>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4" name="Text Placeholder 48">
            <a:extLst>
              <a:ext uri="{FF2B5EF4-FFF2-40B4-BE49-F238E27FC236}">
                <a16:creationId xmlns:a16="http://schemas.microsoft.com/office/drawing/2014/main" id="{41240009-F821-4CA2-BFE0-538B808C4C6F}"/>
              </a:ext>
            </a:extLst>
          </p:cNvPr>
          <p:cNvSpPr>
            <a:spLocks noGrp="1"/>
          </p:cNvSpPr>
          <p:nvPr>
            <p:ph type="body" sz="quarter" idx="12" hasCustomPrompt="1"/>
          </p:nvPr>
        </p:nvSpPr>
        <p:spPr>
          <a:xfrm>
            <a:off x="4439882" y="1782779"/>
            <a:ext cx="1211261" cy="329964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25" name="Picture Placeholder 24">
            <a:extLst>
              <a:ext uri="{FF2B5EF4-FFF2-40B4-BE49-F238E27FC236}">
                <a16:creationId xmlns:a16="http://schemas.microsoft.com/office/drawing/2014/main" id="{DF2B6CC2-C1F6-4547-92ED-A81ED2203885}"/>
              </a:ext>
            </a:extLst>
          </p:cNvPr>
          <p:cNvSpPr>
            <a:spLocks noGrp="1" noChangeAspect="1"/>
          </p:cNvSpPr>
          <p:nvPr>
            <p:ph type="pic" sz="quarter" idx="13" hasCustomPrompt="1"/>
          </p:nvPr>
        </p:nvSpPr>
        <p:spPr>
          <a:xfrm>
            <a:off x="5790522" y="1632600"/>
            <a:ext cx="2114911" cy="3600000"/>
          </a:xfrm>
          <a:custGeom>
            <a:avLst/>
            <a:gdLst>
              <a:gd name="connsiteX0" fmla="*/ 0 w 2114911"/>
              <a:gd name="connsiteY0" fmla="*/ 0 h 3600000"/>
              <a:gd name="connsiteX1" fmla="*/ 2036755 w 2114911"/>
              <a:gd name="connsiteY1" fmla="*/ 0 h 3600000"/>
              <a:gd name="connsiteX2" fmla="*/ 2114911 w 2114911"/>
              <a:gd name="connsiteY2" fmla="*/ 78156 h 3600000"/>
              <a:gd name="connsiteX3" fmla="*/ 2114911 w 2114911"/>
              <a:gd name="connsiteY3" fmla="*/ 3521844 h 3600000"/>
              <a:gd name="connsiteX4" fmla="*/ 2036755 w 2114911"/>
              <a:gd name="connsiteY4" fmla="*/ 3600000 h 3600000"/>
              <a:gd name="connsiteX5" fmla="*/ 0 w 2114911"/>
              <a:gd name="connsiteY5"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911" h="3600000">
                <a:moveTo>
                  <a:pt x="0" y="0"/>
                </a:moveTo>
                <a:lnTo>
                  <a:pt x="2036755" y="0"/>
                </a:lnTo>
                <a:cubicBezTo>
                  <a:pt x="2079920" y="0"/>
                  <a:pt x="2114911" y="34991"/>
                  <a:pt x="2114911" y="78156"/>
                </a:cubicBezTo>
                <a:lnTo>
                  <a:pt x="2114911" y="3521844"/>
                </a:lnTo>
                <a:cubicBezTo>
                  <a:pt x="2114911" y="3565009"/>
                  <a:pt x="2079920" y="3600000"/>
                  <a:pt x="2036755" y="3600000"/>
                </a:cubicBezTo>
                <a:lnTo>
                  <a:pt x="0" y="3600000"/>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6" name="Freeform: Shape 25">
            <a:extLst>
              <a:ext uri="{FF2B5EF4-FFF2-40B4-BE49-F238E27FC236}">
                <a16:creationId xmlns:a16="http://schemas.microsoft.com/office/drawing/2014/main" id="{67F84D54-68A6-4A1E-BF1E-300E3FAD8095}"/>
              </a:ext>
            </a:extLst>
          </p:cNvPr>
          <p:cNvSpPr>
            <a:spLocks noChangeAspect="1"/>
          </p:cNvSpPr>
          <p:nvPr userDrawn="1"/>
        </p:nvSpPr>
        <p:spPr>
          <a:xfrm>
            <a:off x="8042275" y="1632600"/>
            <a:ext cx="1490018" cy="3600000"/>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7" name="Text Placeholder 48">
            <a:extLst>
              <a:ext uri="{FF2B5EF4-FFF2-40B4-BE49-F238E27FC236}">
                <a16:creationId xmlns:a16="http://schemas.microsoft.com/office/drawing/2014/main" id="{8BF67461-A3F9-4E52-9E4C-50D5167F21E9}"/>
              </a:ext>
            </a:extLst>
          </p:cNvPr>
          <p:cNvSpPr>
            <a:spLocks noGrp="1"/>
          </p:cNvSpPr>
          <p:nvPr>
            <p:ph type="body" sz="quarter" idx="14" hasCustomPrompt="1"/>
          </p:nvPr>
        </p:nvSpPr>
        <p:spPr>
          <a:xfrm>
            <a:off x="8181654" y="1782779"/>
            <a:ext cx="1211261" cy="329964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34" name="Picture Placeholder 33">
            <a:extLst>
              <a:ext uri="{FF2B5EF4-FFF2-40B4-BE49-F238E27FC236}">
                <a16:creationId xmlns:a16="http://schemas.microsoft.com/office/drawing/2014/main" id="{8B65A489-4451-4C78-A1BE-D88DD4832878}"/>
              </a:ext>
            </a:extLst>
          </p:cNvPr>
          <p:cNvSpPr>
            <a:spLocks noGrp="1" noChangeAspect="1"/>
          </p:cNvSpPr>
          <p:nvPr>
            <p:ph type="pic" sz="quarter" idx="15" hasCustomPrompt="1"/>
          </p:nvPr>
        </p:nvSpPr>
        <p:spPr>
          <a:xfrm>
            <a:off x="9532294" y="1632600"/>
            <a:ext cx="2114911" cy="3600000"/>
          </a:xfrm>
          <a:custGeom>
            <a:avLst/>
            <a:gdLst>
              <a:gd name="connsiteX0" fmla="*/ 0 w 2114911"/>
              <a:gd name="connsiteY0" fmla="*/ 0 h 3600000"/>
              <a:gd name="connsiteX1" fmla="*/ 2036755 w 2114911"/>
              <a:gd name="connsiteY1" fmla="*/ 0 h 3600000"/>
              <a:gd name="connsiteX2" fmla="*/ 2114911 w 2114911"/>
              <a:gd name="connsiteY2" fmla="*/ 78156 h 3600000"/>
              <a:gd name="connsiteX3" fmla="*/ 2114911 w 2114911"/>
              <a:gd name="connsiteY3" fmla="*/ 3521844 h 3600000"/>
              <a:gd name="connsiteX4" fmla="*/ 2036755 w 2114911"/>
              <a:gd name="connsiteY4" fmla="*/ 3600000 h 3600000"/>
              <a:gd name="connsiteX5" fmla="*/ 0 w 2114911"/>
              <a:gd name="connsiteY5"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911" h="3600000">
                <a:moveTo>
                  <a:pt x="0" y="0"/>
                </a:moveTo>
                <a:lnTo>
                  <a:pt x="2036755" y="0"/>
                </a:lnTo>
                <a:cubicBezTo>
                  <a:pt x="2079920" y="0"/>
                  <a:pt x="2114911" y="34991"/>
                  <a:pt x="2114911" y="78156"/>
                </a:cubicBezTo>
                <a:lnTo>
                  <a:pt x="2114911" y="3521844"/>
                </a:lnTo>
                <a:cubicBezTo>
                  <a:pt x="2114911" y="3565009"/>
                  <a:pt x="2079920" y="3600000"/>
                  <a:pt x="2036755" y="3600000"/>
                </a:cubicBezTo>
                <a:lnTo>
                  <a:pt x="0" y="3600000"/>
                </a:lnTo>
                <a:close/>
              </a:path>
            </a:pathLst>
          </a:custGeom>
          <a:solidFill>
            <a:schemeClr val="accent5"/>
          </a:solidFill>
        </p:spPr>
        <p:txBody>
          <a:bodyPr wrap="square" anchor="ctr">
            <a:noAutofit/>
          </a:bodyPr>
          <a:lstStyle>
            <a:lvl1pPr algn="ctr">
              <a:defRPr sz="1000" b="0"/>
            </a:lvl1pPr>
          </a:lstStyle>
          <a:p>
            <a:r>
              <a:rPr lang="en-GB"/>
              <a:t>CS image here</a:t>
            </a:r>
          </a:p>
        </p:txBody>
      </p:sp>
    </p:spTree>
    <p:extLst>
      <p:ext uri="{BB962C8B-B14F-4D97-AF65-F5344CB8AC3E}">
        <p14:creationId xmlns:p14="http://schemas.microsoft.com/office/powerpoint/2010/main" val="221591657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Highlights of our work 3x1 - Dark">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E7AC047-D42D-4F8F-ABFD-F915D8696B0E}"/>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2" name="Straight Connector 11">
            <a:extLst>
              <a:ext uri="{FF2B5EF4-FFF2-40B4-BE49-F238E27FC236}">
                <a16:creationId xmlns:a16="http://schemas.microsoft.com/office/drawing/2014/main" id="{C401A1F9-6CC2-40D9-917B-B17E83C9C550}"/>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3EFF58A8-CB3A-41D9-A25B-51213548B3CC}"/>
              </a:ext>
            </a:extLst>
          </p:cNvPr>
          <p:cNvSpPr>
            <a:spLocks noChangeAspect="1"/>
          </p:cNvSpPr>
          <p:nvPr userDrawn="1"/>
        </p:nvSpPr>
        <p:spPr>
          <a:xfrm>
            <a:off x="557210" y="1632600"/>
            <a:ext cx="1490018" cy="3600000"/>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15" name="Text Placeholder 48">
            <a:extLst>
              <a:ext uri="{FF2B5EF4-FFF2-40B4-BE49-F238E27FC236}">
                <a16:creationId xmlns:a16="http://schemas.microsoft.com/office/drawing/2014/main" id="{9B00BF1C-E0E4-4D09-B306-45AC19057BDA}"/>
              </a:ext>
            </a:extLst>
          </p:cNvPr>
          <p:cNvSpPr>
            <a:spLocks noGrp="1"/>
          </p:cNvSpPr>
          <p:nvPr>
            <p:ph type="body" sz="quarter" idx="11" hasCustomPrompt="1"/>
          </p:nvPr>
        </p:nvSpPr>
        <p:spPr>
          <a:xfrm>
            <a:off x="696589" y="1782779"/>
            <a:ext cx="1211261" cy="329964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22" name="Picture Placeholder 21">
            <a:extLst>
              <a:ext uri="{FF2B5EF4-FFF2-40B4-BE49-F238E27FC236}">
                <a16:creationId xmlns:a16="http://schemas.microsoft.com/office/drawing/2014/main" id="{BA2AFAE4-C975-4180-B47A-1AB60FA30502}"/>
              </a:ext>
            </a:extLst>
          </p:cNvPr>
          <p:cNvSpPr>
            <a:spLocks noGrp="1" noChangeAspect="1"/>
          </p:cNvSpPr>
          <p:nvPr>
            <p:ph type="pic" sz="quarter" idx="10" hasCustomPrompt="1"/>
          </p:nvPr>
        </p:nvSpPr>
        <p:spPr>
          <a:xfrm>
            <a:off x="2047229" y="1632600"/>
            <a:ext cx="2114911" cy="3600000"/>
          </a:xfrm>
          <a:custGeom>
            <a:avLst/>
            <a:gdLst>
              <a:gd name="connsiteX0" fmla="*/ 0 w 2114911"/>
              <a:gd name="connsiteY0" fmla="*/ 0 h 3600000"/>
              <a:gd name="connsiteX1" fmla="*/ 2036755 w 2114911"/>
              <a:gd name="connsiteY1" fmla="*/ 0 h 3600000"/>
              <a:gd name="connsiteX2" fmla="*/ 2114911 w 2114911"/>
              <a:gd name="connsiteY2" fmla="*/ 78156 h 3600000"/>
              <a:gd name="connsiteX3" fmla="*/ 2114911 w 2114911"/>
              <a:gd name="connsiteY3" fmla="*/ 3521844 h 3600000"/>
              <a:gd name="connsiteX4" fmla="*/ 2036755 w 2114911"/>
              <a:gd name="connsiteY4" fmla="*/ 3600000 h 3600000"/>
              <a:gd name="connsiteX5" fmla="*/ 0 w 2114911"/>
              <a:gd name="connsiteY5"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911" h="3600000">
                <a:moveTo>
                  <a:pt x="0" y="0"/>
                </a:moveTo>
                <a:lnTo>
                  <a:pt x="2036755" y="0"/>
                </a:lnTo>
                <a:cubicBezTo>
                  <a:pt x="2079920" y="0"/>
                  <a:pt x="2114911" y="34991"/>
                  <a:pt x="2114911" y="78156"/>
                </a:cubicBezTo>
                <a:lnTo>
                  <a:pt x="2114911" y="3521844"/>
                </a:lnTo>
                <a:cubicBezTo>
                  <a:pt x="2114911" y="3565009"/>
                  <a:pt x="2079920" y="3600000"/>
                  <a:pt x="2036755" y="3600000"/>
                </a:cubicBezTo>
                <a:lnTo>
                  <a:pt x="0" y="3600000"/>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3" name="Freeform: Shape 22">
            <a:extLst>
              <a:ext uri="{FF2B5EF4-FFF2-40B4-BE49-F238E27FC236}">
                <a16:creationId xmlns:a16="http://schemas.microsoft.com/office/drawing/2014/main" id="{78EC422A-B827-4CD4-8F72-696544455989}"/>
              </a:ext>
            </a:extLst>
          </p:cNvPr>
          <p:cNvSpPr>
            <a:spLocks noChangeAspect="1"/>
          </p:cNvSpPr>
          <p:nvPr userDrawn="1"/>
        </p:nvSpPr>
        <p:spPr>
          <a:xfrm>
            <a:off x="4300503" y="1632600"/>
            <a:ext cx="1490018" cy="3600000"/>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4" name="Text Placeholder 48">
            <a:extLst>
              <a:ext uri="{FF2B5EF4-FFF2-40B4-BE49-F238E27FC236}">
                <a16:creationId xmlns:a16="http://schemas.microsoft.com/office/drawing/2014/main" id="{41240009-F821-4CA2-BFE0-538B808C4C6F}"/>
              </a:ext>
            </a:extLst>
          </p:cNvPr>
          <p:cNvSpPr>
            <a:spLocks noGrp="1"/>
          </p:cNvSpPr>
          <p:nvPr>
            <p:ph type="body" sz="quarter" idx="12" hasCustomPrompt="1"/>
          </p:nvPr>
        </p:nvSpPr>
        <p:spPr>
          <a:xfrm>
            <a:off x="4439882" y="1782779"/>
            <a:ext cx="1211261" cy="329964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25" name="Picture Placeholder 24">
            <a:extLst>
              <a:ext uri="{FF2B5EF4-FFF2-40B4-BE49-F238E27FC236}">
                <a16:creationId xmlns:a16="http://schemas.microsoft.com/office/drawing/2014/main" id="{DF2B6CC2-C1F6-4547-92ED-A81ED2203885}"/>
              </a:ext>
            </a:extLst>
          </p:cNvPr>
          <p:cNvSpPr>
            <a:spLocks noGrp="1" noChangeAspect="1"/>
          </p:cNvSpPr>
          <p:nvPr>
            <p:ph type="pic" sz="quarter" idx="13" hasCustomPrompt="1"/>
          </p:nvPr>
        </p:nvSpPr>
        <p:spPr>
          <a:xfrm>
            <a:off x="5790522" y="1632600"/>
            <a:ext cx="2114911" cy="3600000"/>
          </a:xfrm>
          <a:custGeom>
            <a:avLst/>
            <a:gdLst>
              <a:gd name="connsiteX0" fmla="*/ 0 w 2114911"/>
              <a:gd name="connsiteY0" fmla="*/ 0 h 3600000"/>
              <a:gd name="connsiteX1" fmla="*/ 2036755 w 2114911"/>
              <a:gd name="connsiteY1" fmla="*/ 0 h 3600000"/>
              <a:gd name="connsiteX2" fmla="*/ 2114911 w 2114911"/>
              <a:gd name="connsiteY2" fmla="*/ 78156 h 3600000"/>
              <a:gd name="connsiteX3" fmla="*/ 2114911 w 2114911"/>
              <a:gd name="connsiteY3" fmla="*/ 3521844 h 3600000"/>
              <a:gd name="connsiteX4" fmla="*/ 2036755 w 2114911"/>
              <a:gd name="connsiteY4" fmla="*/ 3600000 h 3600000"/>
              <a:gd name="connsiteX5" fmla="*/ 0 w 2114911"/>
              <a:gd name="connsiteY5"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911" h="3600000">
                <a:moveTo>
                  <a:pt x="0" y="0"/>
                </a:moveTo>
                <a:lnTo>
                  <a:pt x="2036755" y="0"/>
                </a:lnTo>
                <a:cubicBezTo>
                  <a:pt x="2079920" y="0"/>
                  <a:pt x="2114911" y="34991"/>
                  <a:pt x="2114911" y="78156"/>
                </a:cubicBezTo>
                <a:lnTo>
                  <a:pt x="2114911" y="3521844"/>
                </a:lnTo>
                <a:cubicBezTo>
                  <a:pt x="2114911" y="3565009"/>
                  <a:pt x="2079920" y="3600000"/>
                  <a:pt x="2036755" y="3600000"/>
                </a:cubicBezTo>
                <a:lnTo>
                  <a:pt x="0" y="3600000"/>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6" name="Freeform: Shape 25">
            <a:extLst>
              <a:ext uri="{FF2B5EF4-FFF2-40B4-BE49-F238E27FC236}">
                <a16:creationId xmlns:a16="http://schemas.microsoft.com/office/drawing/2014/main" id="{67F84D54-68A6-4A1E-BF1E-300E3FAD8095}"/>
              </a:ext>
            </a:extLst>
          </p:cNvPr>
          <p:cNvSpPr>
            <a:spLocks noChangeAspect="1"/>
          </p:cNvSpPr>
          <p:nvPr userDrawn="1"/>
        </p:nvSpPr>
        <p:spPr>
          <a:xfrm>
            <a:off x="8042275" y="1632600"/>
            <a:ext cx="1490018" cy="3600000"/>
          </a:xfrm>
          <a:custGeom>
            <a:avLst/>
            <a:gdLst>
              <a:gd name="connsiteX0" fmla="*/ 98141 w 1871028"/>
              <a:gd name="connsiteY0" fmla="*/ 0 h 4520549"/>
              <a:gd name="connsiteX1" fmla="*/ 1871028 w 1871028"/>
              <a:gd name="connsiteY1" fmla="*/ 0 h 4520549"/>
              <a:gd name="connsiteX2" fmla="*/ 1871028 w 1871028"/>
              <a:gd name="connsiteY2" fmla="*/ 4520549 h 4520549"/>
              <a:gd name="connsiteX3" fmla="*/ 98141 w 1871028"/>
              <a:gd name="connsiteY3" fmla="*/ 4520549 h 4520549"/>
              <a:gd name="connsiteX4" fmla="*/ 0 w 1871028"/>
              <a:gd name="connsiteY4" fmla="*/ 4422408 h 4520549"/>
              <a:gd name="connsiteX5" fmla="*/ 0 w 1871028"/>
              <a:gd name="connsiteY5" fmla="*/ 98141 h 4520549"/>
              <a:gd name="connsiteX6" fmla="*/ 98141 w 1871028"/>
              <a:gd name="connsiteY6" fmla="*/ 0 h 45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1028" h="4520549">
                <a:moveTo>
                  <a:pt x="98141" y="0"/>
                </a:moveTo>
                <a:lnTo>
                  <a:pt x="1871028" y="0"/>
                </a:lnTo>
                <a:lnTo>
                  <a:pt x="1871028" y="4520549"/>
                </a:lnTo>
                <a:lnTo>
                  <a:pt x="98141" y="4520549"/>
                </a:lnTo>
                <a:cubicBezTo>
                  <a:pt x="43939" y="4520549"/>
                  <a:pt x="0" y="4476610"/>
                  <a:pt x="0" y="4422408"/>
                </a:cubicBezTo>
                <a:lnTo>
                  <a:pt x="0" y="98141"/>
                </a:lnTo>
                <a:cubicBezTo>
                  <a:pt x="0" y="43939"/>
                  <a:pt x="43939" y="0"/>
                  <a:pt x="98141"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7" name="Text Placeholder 48">
            <a:extLst>
              <a:ext uri="{FF2B5EF4-FFF2-40B4-BE49-F238E27FC236}">
                <a16:creationId xmlns:a16="http://schemas.microsoft.com/office/drawing/2014/main" id="{8BF67461-A3F9-4E52-9E4C-50D5167F21E9}"/>
              </a:ext>
            </a:extLst>
          </p:cNvPr>
          <p:cNvSpPr>
            <a:spLocks noGrp="1"/>
          </p:cNvSpPr>
          <p:nvPr>
            <p:ph type="body" sz="quarter" idx="14" hasCustomPrompt="1"/>
          </p:nvPr>
        </p:nvSpPr>
        <p:spPr>
          <a:xfrm>
            <a:off x="8181654" y="1782779"/>
            <a:ext cx="1211261" cy="329964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34" name="Picture Placeholder 33">
            <a:extLst>
              <a:ext uri="{FF2B5EF4-FFF2-40B4-BE49-F238E27FC236}">
                <a16:creationId xmlns:a16="http://schemas.microsoft.com/office/drawing/2014/main" id="{8B65A489-4451-4C78-A1BE-D88DD4832878}"/>
              </a:ext>
            </a:extLst>
          </p:cNvPr>
          <p:cNvSpPr>
            <a:spLocks noGrp="1" noChangeAspect="1"/>
          </p:cNvSpPr>
          <p:nvPr>
            <p:ph type="pic" sz="quarter" idx="15" hasCustomPrompt="1"/>
          </p:nvPr>
        </p:nvSpPr>
        <p:spPr>
          <a:xfrm>
            <a:off x="9532294" y="1632600"/>
            <a:ext cx="2114911" cy="3600000"/>
          </a:xfrm>
          <a:custGeom>
            <a:avLst/>
            <a:gdLst>
              <a:gd name="connsiteX0" fmla="*/ 0 w 2114911"/>
              <a:gd name="connsiteY0" fmla="*/ 0 h 3600000"/>
              <a:gd name="connsiteX1" fmla="*/ 2036755 w 2114911"/>
              <a:gd name="connsiteY1" fmla="*/ 0 h 3600000"/>
              <a:gd name="connsiteX2" fmla="*/ 2114911 w 2114911"/>
              <a:gd name="connsiteY2" fmla="*/ 78156 h 3600000"/>
              <a:gd name="connsiteX3" fmla="*/ 2114911 w 2114911"/>
              <a:gd name="connsiteY3" fmla="*/ 3521844 h 3600000"/>
              <a:gd name="connsiteX4" fmla="*/ 2036755 w 2114911"/>
              <a:gd name="connsiteY4" fmla="*/ 3600000 h 3600000"/>
              <a:gd name="connsiteX5" fmla="*/ 0 w 2114911"/>
              <a:gd name="connsiteY5"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4911" h="3600000">
                <a:moveTo>
                  <a:pt x="0" y="0"/>
                </a:moveTo>
                <a:lnTo>
                  <a:pt x="2036755" y="0"/>
                </a:lnTo>
                <a:cubicBezTo>
                  <a:pt x="2079920" y="0"/>
                  <a:pt x="2114911" y="34991"/>
                  <a:pt x="2114911" y="78156"/>
                </a:cubicBezTo>
                <a:lnTo>
                  <a:pt x="2114911" y="3521844"/>
                </a:lnTo>
                <a:cubicBezTo>
                  <a:pt x="2114911" y="3565009"/>
                  <a:pt x="2079920" y="3600000"/>
                  <a:pt x="2036755" y="3600000"/>
                </a:cubicBezTo>
                <a:lnTo>
                  <a:pt x="0" y="3600000"/>
                </a:lnTo>
                <a:close/>
              </a:path>
            </a:pathLst>
          </a:custGeom>
          <a:solidFill>
            <a:schemeClr val="accent5"/>
          </a:solidFill>
        </p:spPr>
        <p:txBody>
          <a:bodyPr wrap="square" anchor="ctr">
            <a:noAutofit/>
          </a:bodyPr>
          <a:lstStyle>
            <a:lvl1pPr algn="ctr">
              <a:defRPr sz="1000" b="0"/>
            </a:lvl1pPr>
          </a:lstStyle>
          <a:p>
            <a:r>
              <a:rPr lang="en-GB"/>
              <a:t>CS image here</a:t>
            </a:r>
          </a:p>
        </p:txBody>
      </p:sp>
    </p:spTree>
    <p:extLst>
      <p:ext uri="{BB962C8B-B14F-4D97-AF65-F5344CB8AC3E}">
        <p14:creationId xmlns:p14="http://schemas.microsoft.com/office/powerpoint/2010/main" val="1566457544"/>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Highlights of our work 2x2">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06BFF3-511B-497A-A700-5DA175A85FBC}"/>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8" name="Straight Connector 17">
            <a:extLst>
              <a:ext uri="{FF2B5EF4-FFF2-40B4-BE49-F238E27FC236}">
                <a16:creationId xmlns:a16="http://schemas.microsoft.com/office/drawing/2014/main" id="{BFD9EBCB-0EAA-4F9C-8604-A88FE78070B1}"/>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2" name="Picture Placeholder 21">
            <a:extLst>
              <a:ext uri="{FF2B5EF4-FFF2-40B4-BE49-F238E27FC236}">
                <a16:creationId xmlns:a16="http://schemas.microsoft.com/office/drawing/2014/main" id="{8BA7F858-7AE4-4041-81AA-1C01085FA915}"/>
              </a:ext>
            </a:extLst>
          </p:cNvPr>
          <p:cNvSpPr>
            <a:spLocks noGrp="1" noChangeAspect="1"/>
          </p:cNvSpPr>
          <p:nvPr>
            <p:ph type="pic" sz="quarter" idx="10" hasCustomPrompt="1"/>
          </p:nvPr>
        </p:nvSpPr>
        <p:spPr>
          <a:xfrm>
            <a:off x="2433309" y="1630363"/>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6" name="Freeform: Shape 25">
            <a:extLst>
              <a:ext uri="{FF2B5EF4-FFF2-40B4-BE49-F238E27FC236}">
                <a16:creationId xmlns:a16="http://schemas.microsoft.com/office/drawing/2014/main" id="{109E2C94-B674-4752-BAA8-B5ED5E753321}"/>
              </a:ext>
            </a:extLst>
          </p:cNvPr>
          <p:cNvSpPr/>
          <p:nvPr userDrawn="1"/>
        </p:nvSpPr>
        <p:spPr>
          <a:xfrm>
            <a:off x="554355" y="1630363"/>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7" name="Text Placeholder 48">
            <a:extLst>
              <a:ext uri="{FF2B5EF4-FFF2-40B4-BE49-F238E27FC236}">
                <a16:creationId xmlns:a16="http://schemas.microsoft.com/office/drawing/2014/main" id="{72BE2FA1-7C4C-4B67-BF7C-C268BCCDE729}"/>
              </a:ext>
            </a:extLst>
          </p:cNvPr>
          <p:cNvSpPr>
            <a:spLocks noGrp="1"/>
          </p:cNvSpPr>
          <p:nvPr>
            <p:ph type="body" sz="quarter" idx="11" hasCustomPrompt="1"/>
          </p:nvPr>
        </p:nvSpPr>
        <p:spPr>
          <a:xfrm>
            <a:off x="696589" y="1793559"/>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36" name="Picture Placeholder 35">
            <a:extLst>
              <a:ext uri="{FF2B5EF4-FFF2-40B4-BE49-F238E27FC236}">
                <a16:creationId xmlns:a16="http://schemas.microsoft.com/office/drawing/2014/main" id="{506E9508-F5EC-4039-9C02-E0452F17FFC0}"/>
              </a:ext>
            </a:extLst>
          </p:cNvPr>
          <p:cNvSpPr>
            <a:spLocks noGrp="1" noChangeAspect="1"/>
          </p:cNvSpPr>
          <p:nvPr>
            <p:ph type="pic" sz="quarter" idx="12" hasCustomPrompt="1"/>
          </p:nvPr>
        </p:nvSpPr>
        <p:spPr>
          <a:xfrm>
            <a:off x="2433309" y="3970335"/>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37" name="Freeform: Shape 36">
            <a:extLst>
              <a:ext uri="{FF2B5EF4-FFF2-40B4-BE49-F238E27FC236}">
                <a16:creationId xmlns:a16="http://schemas.microsoft.com/office/drawing/2014/main" id="{D73200C3-FD49-4942-ADB7-84E15B94173E}"/>
              </a:ext>
            </a:extLst>
          </p:cNvPr>
          <p:cNvSpPr/>
          <p:nvPr userDrawn="1"/>
        </p:nvSpPr>
        <p:spPr>
          <a:xfrm>
            <a:off x="554355" y="3970335"/>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8" name="Text Placeholder 48">
            <a:extLst>
              <a:ext uri="{FF2B5EF4-FFF2-40B4-BE49-F238E27FC236}">
                <a16:creationId xmlns:a16="http://schemas.microsoft.com/office/drawing/2014/main" id="{07EE5A08-8151-44B5-8987-2CBF278A2F65}"/>
              </a:ext>
            </a:extLst>
          </p:cNvPr>
          <p:cNvSpPr>
            <a:spLocks noGrp="1"/>
          </p:cNvSpPr>
          <p:nvPr>
            <p:ph type="body" sz="quarter" idx="13" hasCustomPrompt="1"/>
          </p:nvPr>
        </p:nvSpPr>
        <p:spPr>
          <a:xfrm>
            <a:off x="696589" y="4133531"/>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39" name="Picture Placeholder 38">
            <a:extLst>
              <a:ext uri="{FF2B5EF4-FFF2-40B4-BE49-F238E27FC236}">
                <a16:creationId xmlns:a16="http://schemas.microsoft.com/office/drawing/2014/main" id="{D6F71873-3F6D-4680-A325-A9B49299475C}"/>
              </a:ext>
            </a:extLst>
          </p:cNvPr>
          <p:cNvSpPr>
            <a:spLocks noGrp="1" noChangeAspect="1"/>
          </p:cNvSpPr>
          <p:nvPr>
            <p:ph type="pic" sz="quarter" idx="14" hasCustomPrompt="1"/>
          </p:nvPr>
        </p:nvSpPr>
        <p:spPr>
          <a:xfrm>
            <a:off x="8049884" y="1630363"/>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40" name="Freeform: Shape 39">
            <a:extLst>
              <a:ext uri="{FF2B5EF4-FFF2-40B4-BE49-F238E27FC236}">
                <a16:creationId xmlns:a16="http://schemas.microsoft.com/office/drawing/2014/main" id="{0B74991D-5211-43D8-9EBF-6AAC3BDEDB3F}"/>
              </a:ext>
            </a:extLst>
          </p:cNvPr>
          <p:cNvSpPr/>
          <p:nvPr userDrawn="1"/>
        </p:nvSpPr>
        <p:spPr>
          <a:xfrm>
            <a:off x="6170930" y="1630363"/>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1" name="Text Placeholder 48">
            <a:extLst>
              <a:ext uri="{FF2B5EF4-FFF2-40B4-BE49-F238E27FC236}">
                <a16:creationId xmlns:a16="http://schemas.microsoft.com/office/drawing/2014/main" id="{5D6275F9-70E6-4A32-9E06-AC04258D95E6}"/>
              </a:ext>
            </a:extLst>
          </p:cNvPr>
          <p:cNvSpPr>
            <a:spLocks noGrp="1"/>
          </p:cNvSpPr>
          <p:nvPr>
            <p:ph type="body" sz="quarter" idx="15" hasCustomPrompt="1"/>
          </p:nvPr>
        </p:nvSpPr>
        <p:spPr>
          <a:xfrm>
            <a:off x="6313164" y="1793559"/>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42" name="Picture Placeholder 41">
            <a:extLst>
              <a:ext uri="{FF2B5EF4-FFF2-40B4-BE49-F238E27FC236}">
                <a16:creationId xmlns:a16="http://schemas.microsoft.com/office/drawing/2014/main" id="{A25AE47A-A81D-4750-BDD7-86F587DB4A29}"/>
              </a:ext>
            </a:extLst>
          </p:cNvPr>
          <p:cNvSpPr>
            <a:spLocks noGrp="1" noChangeAspect="1"/>
          </p:cNvSpPr>
          <p:nvPr>
            <p:ph type="pic" sz="quarter" idx="16" hasCustomPrompt="1"/>
          </p:nvPr>
        </p:nvSpPr>
        <p:spPr>
          <a:xfrm>
            <a:off x="8049884" y="3970335"/>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43" name="Freeform: Shape 42">
            <a:extLst>
              <a:ext uri="{FF2B5EF4-FFF2-40B4-BE49-F238E27FC236}">
                <a16:creationId xmlns:a16="http://schemas.microsoft.com/office/drawing/2014/main" id="{BD738F05-1D01-4571-8498-1362582D0202}"/>
              </a:ext>
            </a:extLst>
          </p:cNvPr>
          <p:cNvSpPr/>
          <p:nvPr userDrawn="1"/>
        </p:nvSpPr>
        <p:spPr>
          <a:xfrm>
            <a:off x="6170930" y="3970335"/>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4" name="Text Placeholder 48">
            <a:extLst>
              <a:ext uri="{FF2B5EF4-FFF2-40B4-BE49-F238E27FC236}">
                <a16:creationId xmlns:a16="http://schemas.microsoft.com/office/drawing/2014/main" id="{43B5CD61-0250-4B2D-AC21-8A4258DA97C3}"/>
              </a:ext>
            </a:extLst>
          </p:cNvPr>
          <p:cNvSpPr>
            <a:spLocks noGrp="1"/>
          </p:cNvSpPr>
          <p:nvPr>
            <p:ph type="body" sz="quarter" idx="17" hasCustomPrompt="1"/>
          </p:nvPr>
        </p:nvSpPr>
        <p:spPr>
          <a:xfrm>
            <a:off x="6313164" y="4133531"/>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Tree>
    <p:extLst>
      <p:ext uri="{BB962C8B-B14F-4D97-AF65-F5344CB8AC3E}">
        <p14:creationId xmlns:p14="http://schemas.microsoft.com/office/powerpoint/2010/main" val="74784967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Highlights of our work 2x2 - Dark">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06BFF3-511B-497A-A700-5DA175A85FBC}"/>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8" name="Straight Connector 17">
            <a:extLst>
              <a:ext uri="{FF2B5EF4-FFF2-40B4-BE49-F238E27FC236}">
                <a16:creationId xmlns:a16="http://schemas.microsoft.com/office/drawing/2014/main" id="{BFD9EBCB-0EAA-4F9C-8604-A88FE78070B1}"/>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2" name="Picture Placeholder 21">
            <a:extLst>
              <a:ext uri="{FF2B5EF4-FFF2-40B4-BE49-F238E27FC236}">
                <a16:creationId xmlns:a16="http://schemas.microsoft.com/office/drawing/2014/main" id="{8BA7F858-7AE4-4041-81AA-1C01085FA915}"/>
              </a:ext>
            </a:extLst>
          </p:cNvPr>
          <p:cNvSpPr>
            <a:spLocks noGrp="1" noChangeAspect="1"/>
          </p:cNvSpPr>
          <p:nvPr>
            <p:ph type="pic" sz="quarter" idx="10" hasCustomPrompt="1"/>
          </p:nvPr>
        </p:nvSpPr>
        <p:spPr>
          <a:xfrm>
            <a:off x="2433309" y="1630363"/>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6" name="Freeform: Shape 25">
            <a:extLst>
              <a:ext uri="{FF2B5EF4-FFF2-40B4-BE49-F238E27FC236}">
                <a16:creationId xmlns:a16="http://schemas.microsoft.com/office/drawing/2014/main" id="{109E2C94-B674-4752-BAA8-B5ED5E753321}"/>
              </a:ext>
            </a:extLst>
          </p:cNvPr>
          <p:cNvSpPr/>
          <p:nvPr userDrawn="1"/>
        </p:nvSpPr>
        <p:spPr>
          <a:xfrm>
            <a:off x="554355" y="1630363"/>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27" name="Text Placeholder 48">
            <a:extLst>
              <a:ext uri="{FF2B5EF4-FFF2-40B4-BE49-F238E27FC236}">
                <a16:creationId xmlns:a16="http://schemas.microsoft.com/office/drawing/2014/main" id="{72BE2FA1-7C4C-4B67-BF7C-C268BCCDE729}"/>
              </a:ext>
            </a:extLst>
          </p:cNvPr>
          <p:cNvSpPr>
            <a:spLocks noGrp="1"/>
          </p:cNvSpPr>
          <p:nvPr>
            <p:ph type="body" sz="quarter" idx="11" hasCustomPrompt="1"/>
          </p:nvPr>
        </p:nvSpPr>
        <p:spPr>
          <a:xfrm>
            <a:off x="696589" y="1793559"/>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36" name="Picture Placeholder 35">
            <a:extLst>
              <a:ext uri="{FF2B5EF4-FFF2-40B4-BE49-F238E27FC236}">
                <a16:creationId xmlns:a16="http://schemas.microsoft.com/office/drawing/2014/main" id="{506E9508-F5EC-4039-9C02-E0452F17FFC0}"/>
              </a:ext>
            </a:extLst>
          </p:cNvPr>
          <p:cNvSpPr>
            <a:spLocks noGrp="1" noChangeAspect="1"/>
          </p:cNvSpPr>
          <p:nvPr>
            <p:ph type="pic" sz="quarter" idx="12" hasCustomPrompt="1"/>
          </p:nvPr>
        </p:nvSpPr>
        <p:spPr>
          <a:xfrm>
            <a:off x="2433309" y="3970335"/>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37" name="Freeform: Shape 36">
            <a:extLst>
              <a:ext uri="{FF2B5EF4-FFF2-40B4-BE49-F238E27FC236}">
                <a16:creationId xmlns:a16="http://schemas.microsoft.com/office/drawing/2014/main" id="{D73200C3-FD49-4942-ADB7-84E15B94173E}"/>
              </a:ext>
            </a:extLst>
          </p:cNvPr>
          <p:cNvSpPr/>
          <p:nvPr userDrawn="1"/>
        </p:nvSpPr>
        <p:spPr>
          <a:xfrm>
            <a:off x="554355" y="3970335"/>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8" name="Text Placeholder 48">
            <a:extLst>
              <a:ext uri="{FF2B5EF4-FFF2-40B4-BE49-F238E27FC236}">
                <a16:creationId xmlns:a16="http://schemas.microsoft.com/office/drawing/2014/main" id="{07EE5A08-8151-44B5-8987-2CBF278A2F65}"/>
              </a:ext>
            </a:extLst>
          </p:cNvPr>
          <p:cNvSpPr>
            <a:spLocks noGrp="1"/>
          </p:cNvSpPr>
          <p:nvPr>
            <p:ph type="body" sz="quarter" idx="13" hasCustomPrompt="1"/>
          </p:nvPr>
        </p:nvSpPr>
        <p:spPr>
          <a:xfrm>
            <a:off x="696589" y="4133531"/>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39" name="Picture Placeholder 38">
            <a:extLst>
              <a:ext uri="{FF2B5EF4-FFF2-40B4-BE49-F238E27FC236}">
                <a16:creationId xmlns:a16="http://schemas.microsoft.com/office/drawing/2014/main" id="{D6F71873-3F6D-4680-A325-A9B49299475C}"/>
              </a:ext>
            </a:extLst>
          </p:cNvPr>
          <p:cNvSpPr>
            <a:spLocks noGrp="1" noChangeAspect="1"/>
          </p:cNvSpPr>
          <p:nvPr>
            <p:ph type="pic" sz="quarter" idx="14" hasCustomPrompt="1"/>
          </p:nvPr>
        </p:nvSpPr>
        <p:spPr>
          <a:xfrm>
            <a:off x="8049884" y="1630363"/>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40" name="Freeform: Shape 39">
            <a:extLst>
              <a:ext uri="{FF2B5EF4-FFF2-40B4-BE49-F238E27FC236}">
                <a16:creationId xmlns:a16="http://schemas.microsoft.com/office/drawing/2014/main" id="{0B74991D-5211-43D8-9EBF-6AAC3BDEDB3F}"/>
              </a:ext>
            </a:extLst>
          </p:cNvPr>
          <p:cNvSpPr/>
          <p:nvPr userDrawn="1"/>
        </p:nvSpPr>
        <p:spPr>
          <a:xfrm>
            <a:off x="6170930" y="1630363"/>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1" name="Text Placeholder 48">
            <a:extLst>
              <a:ext uri="{FF2B5EF4-FFF2-40B4-BE49-F238E27FC236}">
                <a16:creationId xmlns:a16="http://schemas.microsoft.com/office/drawing/2014/main" id="{5D6275F9-70E6-4A32-9E06-AC04258D95E6}"/>
              </a:ext>
            </a:extLst>
          </p:cNvPr>
          <p:cNvSpPr>
            <a:spLocks noGrp="1"/>
          </p:cNvSpPr>
          <p:nvPr>
            <p:ph type="body" sz="quarter" idx="15" hasCustomPrompt="1"/>
          </p:nvPr>
        </p:nvSpPr>
        <p:spPr>
          <a:xfrm>
            <a:off x="6313164" y="1793559"/>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42" name="Picture Placeholder 41">
            <a:extLst>
              <a:ext uri="{FF2B5EF4-FFF2-40B4-BE49-F238E27FC236}">
                <a16:creationId xmlns:a16="http://schemas.microsoft.com/office/drawing/2014/main" id="{A25AE47A-A81D-4750-BDD7-86F587DB4A29}"/>
              </a:ext>
            </a:extLst>
          </p:cNvPr>
          <p:cNvSpPr>
            <a:spLocks noGrp="1" noChangeAspect="1"/>
          </p:cNvSpPr>
          <p:nvPr>
            <p:ph type="pic" sz="quarter" idx="16" hasCustomPrompt="1"/>
          </p:nvPr>
        </p:nvSpPr>
        <p:spPr>
          <a:xfrm>
            <a:off x="8049884" y="3970335"/>
            <a:ext cx="3592841" cy="2195515"/>
          </a:xfrm>
          <a:custGeom>
            <a:avLst/>
            <a:gdLst>
              <a:gd name="connsiteX0" fmla="*/ 0 w 3592841"/>
              <a:gd name="connsiteY0" fmla="*/ 0 h 2195515"/>
              <a:gd name="connsiteX1" fmla="*/ 3488313 w 3592841"/>
              <a:gd name="connsiteY1" fmla="*/ 0 h 2195515"/>
              <a:gd name="connsiteX2" fmla="*/ 3592841 w 3592841"/>
              <a:gd name="connsiteY2" fmla="*/ 104528 h 2195515"/>
              <a:gd name="connsiteX3" fmla="*/ 3592841 w 3592841"/>
              <a:gd name="connsiteY3" fmla="*/ 2090987 h 2195515"/>
              <a:gd name="connsiteX4" fmla="*/ 3488313 w 3592841"/>
              <a:gd name="connsiteY4" fmla="*/ 2195515 h 2195515"/>
              <a:gd name="connsiteX5" fmla="*/ 0 w 3592841"/>
              <a:gd name="connsiteY5"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841" h="2195515">
                <a:moveTo>
                  <a:pt x="0" y="0"/>
                </a:moveTo>
                <a:lnTo>
                  <a:pt x="3488313" y="0"/>
                </a:lnTo>
                <a:cubicBezTo>
                  <a:pt x="3546042" y="0"/>
                  <a:pt x="3592841" y="46799"/>
                  <a:pt x="3592841" y="104528"/>
                </a:cubicBezTo>
                <a:lnTo>
                  <a:pt x="3592841" y="2090987"/>
                </a:lnTo>
                <a:cubicBezTo>
                  <a:pt x="3592841" y="2148716"/>
                  <a:pt x="3546042" y="2195515"/>
                  <a:pt x="3488313" y="2195515"/>
                </a:cubicBez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43" name="Freeform: Shape 42">
            <a:extLst>
              <a:ext uri="{FF2B5EF4-FFF2-40B4-BE49-F238E27FC236}">
                <a16:creationId xmlns:a16="http://schemas.microsoft.com/office/drawing/2014/main" id="{BD738F05-1D01-4571-8498-1362582D0202}"/>
              </a:ext>
            </a:extLst>
          </p:cNvPr>
          <p:cNvSpPr/>
          <p:nvPr userDrawn="1"/>
        </p:nvSpPr>
        <p:spPr>
          <a:xfrm>
            <a:off x="6170930" y="3970335"/>
            <a:ext cx="1878955" cy="2195515"/>
          </a:xfrm>
          <a:custGeom>
            <a:avLst/>
            <a:gdLst>
              <a:gd name="connsiteX0" fmla="*/ 104528 w 1878955"/>
              <a:gd name="connsiteY0" fmla="*/ 0 h 2195515"/>
              <a:gd name="connsiteX1" fmla="*/ 1878955 w 1878955"/>
              <a:gd name="connsiteY1" fmla="*/ 0 h 2195515"/>
              <a:gd name="connsiteX2" fmla="*/ 1878955 w 1878955"/>
              <a:gd name="connsiteY2" fmla="*/ 2195515 h 2195515"/>
              <a:gd name="connsiteX3" fmla="*/ 104528 w 1878955"/>
              <a:gd name="connsiteY3" fmla="*/ 2195515 h 2195515"/>
              <a:gd name="connsiteX4" fmla="*/ 0 w 1878955"/>
              <a:gd name="connsiteY4" fmla="*/ 2090987 h 2195515"/>
              <a:gd name="connsiteX5" fmla="*/ 0 w 1878955"/>
              <a:gd name="connsiteY5" fmla="*/ 104528 h 2195515"/>
              <a:gd name="connsiteX6" fmla="*/ 104528 w 1878955"/>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8955" h="2195515">
                <a:moveTo>
                  <a:pt x="104528" y="0"/>
                </a:moveTo>
                <a:lnTo>
                  <a:pt x="1878955" y="0"/>
                </a:lnTo>
                <a:lnTo>
                  <a:pt x="1878955"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4" name="Text Placeholder 48">
            <a:extLst>
              <a:ext uri="{FF2B5EF4-FFF2-40B4-BE49-F238E27FC236}">
                <a16:creationId xmlns:a16="http://schemas.microsoft.com/office/drawing/2014/main" id="{43B5CD61-0250-4B2D-AC21-8A4258DA97C3}"/>
              </a:ext>
            </a:extLst>
          </p:cNvPr>
          <p:cNvSpPr>
            <a:spLocks noGrp="1"/>
          </p:cNvSpPr>
          <p:nvPr>
            <p:ph type="body" sz="quarter" idx="17" hasCustomPrompt="1"/>
          </p:nvPr>
        </p:nvSpPr>
        <p:spPr>
          <a:xfrm>
            <a:off x="6313164" y="4133531"/>
            <a:ext cx="1584649"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Tree>
    <p:extLst>
      <p:ext uri="{BB962C8B-B14F-4D97-AF65-F5344CB8AC3E}">
        <p14:creationId xmlns:p14="http://schemas.microsoft.com/office/powerpoint/2010/main" val="4014793041"/>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ighlights of our work 3x2">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79AC41B-EF54-4BA2-B71C-8094D37FDA9C}"/>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8" name="Straight Connector 17">
            <a:extLst>
              <a:ext uri="{FF2B5EF4-FFF2-40B4-BE49-F238E27FC236}">
                <a16:creationId xmlns:a16="http://schemas.microsoft.com/office/drawing/2014/main" id="{1C3DE315-6EFA-440C-BDEE-FC4E76D6B5DC}"/>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50" name="Freeform: Shape 49">
            <a:extLst>
              <a:ext uri="{FF2B5EF4-FFF2-40B4-BE49-F238E27FC236}">
                <a16:creationId xmlns:a16="http://schemas.microsoft.com/office/drawing/2014/main" id="{5C594562-12BB-4690-B5A6-C9E84F779AEC}"/>
              </a:ext>
            </a:extLst>
          </p:cNvPr>
          <p:cNvSpPr/>
          <p:nvPr userDrawn="1"/>
        </p:nvSpPr>
        <p:spPr>
          <a:xfrm>
            <a:off x="554355"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2" name="Text Placeholder 48">
            <a:extLst>
              <a:ext uri="{FF2B5EF4-FFF2-40B4-BE49-F238E27FC236}">
                <a16:creationId xmlns:a16="http://schemas.microsoft.com/office/drawing/2014/main" id="{B3E3884F-770C-470B-8D26-8C6B2799B4CD}"/>
              </a:ext>
            </a:extLst>
          </p:cNvPr>
          <p:cNvSpPr>
            <a:spLocks noGrp="1"/>
          </p:cNvSpPr>
          <p:nvPr>
            <p:ph type="body" sz="quarter" idx="11" hasCustomPrompt="1"/>
          </p:nvPr>
        </p:nvSpPr>
        <p:spPr>
          <a:xfrm>
            <a:off x="696590" y="1793559"/>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53" name="Freeform: Shape 52">
            <a:extLst>
              <a:ext uri="{FF2B5EF4-FFF2-40B4-BE49-F238E27FC236}">
                <a16:creationId xmlns:a16="http://schemas.microsoft.com/office/drawing/2014/main" id="{E70F2418-B818-4714-A303-ED0BA33B0198}"/>
              </a:ext>
            </a:extLst>
          </p:cNvPr>
          <p:cNvSpPr/>
          <p:nvPr userDrawn="1"/>
        </p:nvSpPr>
        <p:spPr>
          <a:xfrm>
            <a:off x="4299267"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5" name="Text Placeholder 48">
            <a:extLst>
              <a:ext uri="{FF2B5EF4-FFF2-40B4-BE49-F238E27FC236}">
                <a16:creationId xmlns:a16="http://schemas.microsoft.com/office/drawing/2014/main" id="{FBBBD63F-776D-4BEC-9F0A-5BD1FF1EA9B2}"/>
              </a:ext>
            </a:extLst>
          </p:cNvPr>
          <p:cNvSpPr>
            <a:spLocks noGrp="1"/>
          </p:cNvSpPr>
          <p:nvPr>
            <p:ph type="body" sz="quarter" idx="13" hasCustomPrompt="1"/>
          </p:nvPr>
        </p:nvSpPr>
        <p:spPr>
          <a:xfrm>
            <a:off x="4441502" y="1793559"/>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56" name="Freeform: Shape 55">
            <a:extLst>
              <a:ext uri="{FF2B5EF4-FFF2-40B4-BE49-F238E27FC236}">
                <a16:creationId xmlns:a16="http://schemas.microsoft.com/office/drawing/2014/main" id="{A24BCF58-6B91-4B5D-8652-43913F594141}"/>
              </a:ext>
            </a:extLst>
          </p:cNvPr>
          <p:cNvSpPr/>
          <p:nvPr userDrawn="1"/>
        </p:nvSpPr>
        <p:spPr>
          <a:xfrm>
            <a:off x="8042592"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8" name="Text Placeholder 48">
            <a:extLst>
              <a:ext uri="{FF2B5EF4-FFF2-40B4-BE49-F238E27FC236}">
                <a16:creationId xmlns:a16="http://schemas.microsoft.com/office/drawing/2014/main" id="{1CE496AA-A0DA-4BFC-BD90-13E6958D08E0}"/>
              </a:ext>
            </a:extLst>
          </p:cNvPr>
          <p:cNvSpPr>
            <a:spLocks noGrp="1"/>
          </p:cNvSpPr>
          <p:nvPr>
            <p:ph type="body" sz="quarter" idx="15" hasCustomPrompt="1"/>
          </p:nvPr>
        </p:nvSpPr>
        <p:spPr>
          <a:xfrm>
            <a:off x="8184827" y="1793559"/>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61" name="Picture Placeholder 60">
            <a:extLst>
              <a:ext uri="{FF2B5EF4-FFF2-40B4-BE49-F238E27FC236}">
                <a16:creationId xmlns:a16="http://schemas.microsoft.com/office/drawing/2014/main" id="{0CD398D6-8FEB-4682-A66E-F4A82060B948}"/>
              </a:ext>
            </a:extLst>
          </p:cNvPr>
          <p:cNvSpPr>
            <a:spLocks noGrp="1" noChangeAspect="1"/>
          </p:cNvSpPr>
          <p:nvPr>
            <p:ph type="pic" sz="quarter" idx="17" hasCustomPrompt="1"/>
          </p:nvPr>
        </p:nvSpPr>
        <p:spPr>
          <a:xfrm>
            <a:off x="2281237" y="1630363"/>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62" name="Picture Placeholder 61">
            <a:extLst>
              <a:ext uri="{FF2B5EF4-FFF2-40B4-BE49-F238E27FC236}">
                <a16:creationId xmlns:a16="http://schemas.microsoft.com/office/drawing/2014/main" id="{34BD673D-057B-46EC-8687-13FD9A8D0842}"/>
              </a:ext>
            </a:extLst>
          </p:cNvPr>
          <p:cNvSpPr>
            <a:spLocks noGrp="1" noChangeAspect="1"/>
          </p:cNvSpPr>
          <p:nvPr>
            <p:ph type="pic" sz="quarter" idx="18" hasCustomPrompt="1"/>
          </p:nvPr>
        </p:nvSpPr>
        <p:spPr>
          <a:xfrm>
            <a:off x="6022019" y="1630363"/>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63" name="Picture Placeholder 62">
            <a:extLst>
              <a:ext uri="{FF2B5EF4-FFF2-40B4-BE49-F238E27FC236}">
                <a16:creationId xmlns:a16="http://schemas.microsoft.com/office/drawing/2014/main" id="{C7B7B8C1-5170-4AFD-9E07-DADDEDBA5314}"/>
              </a:ext>
            </a:extLst>
          </p:cNvPr>
          <p:cNvSpPr>
            <a:spLocks noGrp="1" noChangeAspect="1"/>
          </p:cNvSpPr>
          <p:nvPr>
            <p:ph type="pic" sz="quarter" idx="19" hasCustomPrompt="1"/>
          </p:nvPr>
        </p:nvSpPr>
        <p:spPr>
          <a:xfrm>
            <a:off x="9773285" y="1630363"/>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64" name="Freeform: Shape 63">
            <a:extLst>
              <a:ext uri="{FF2B5EF4-FFF2-40B4-BE49-F238E27FC236}">
                <a16:creationId xmlns:a16="http://schemas.microsoft.com/office/drawing/2014/main" id="{7FFB90EE-5B78-4382-B16A-59B6BFC51FEB}"/>
              </a:ext>
            </a:extLst>
          </p:cNvPr>
          <p:cNvSpPr/>
          <p:nvPr userDrawn="1"/>
        </p:nvSpPr>
        <p:spPr>
          <a:xfrm>
            <a:off x="554355" y="3970335"/>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5" name="Text Placeholder 48">
            <a:extLst>
              <a:ext uri="{FF2B5EF4-FFF2-40B4-BE49-F238E27FC236}">
                <a16:creationId xmlns:a16="http://schemas.microsoft.com/office/drawing/2014/main" id="{290D9629-AF39-45C0-A821-DDA3778B2A3B}"/>
              </a:ext>
            </a:extLst>
          </p:cNvPr>
          <p:cNvSpPr>
            <a:spLocks noGrp="1"/>
          </p:cNvSpPr>
          <p:nvPr>
            <p:ph type="body" sz="quarter" idx="20" hasCustomPrompt="1"/>
          </p:nvPr>
        </p:nvSpPr>
        <p:spPr>
          <a:xfrm>
            <a:off x="696590" y="4133531"/>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66" name="Freeform: Shape 65">
            <a:extLst>
              <a:ext uri="{FF2B5EF4-FFF2-40B4-BE49-F238E27FC236}">
                <a16:creationId xmlns:a16="http://schemas.microsoft.com/office/drawing/2014/main" id="{6A05FFF8-7B8D-49A2-84A6-E22E4FE6732F}"/>
              </a:ext>
            </a:extLst>
          </p:cNvPr>
          <p:cNvSpPr/>
          <p:nvPr userDrawn="1"/>
        </p:nvSpPr>
        <p:spPr>
          <a:xfrm>
            <a:off x="4299267" y="3970335"/>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7" name="Text Placeholder 48">
            <a:extLst>
              <a:ext uri="{FF2B5EF4-FFF2-40B4-BE49-F238E27FC236}">
                <a16:creationId xmlns:a16="http://schemas.microsoft.com/office/drawing/2014/main" id="{16190777-7397-408B-9A92-BEF01A894F95}"/>
              </a:ext>
            </a:extLst>
          </p:cNvPr>
          <p:cNvSpPr>
            <a:spLocks noGrp="1"/>
          </p:cNvSpPr>
          <p:nvPr>
            <p:ph type="body" sz="quarter" idx="21" hasCustomPrompt="1"/>
          </p:nvPr>
        </p:nvSpPr>
        <p:spPr>
          <a:xfrm>
            <a:off x="4441502" y="4133531"/>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68" name="Freeform: Shape 67">
            <a:extLst>
              <a:ext uri="{FF2B5EF4-FFF2-40B4-BE49-F238E27FC236}">
                <a16:creationId xmlns:a16="http://schemas.microsoft.com/office/drawing/2014/main" id="{970CD49B-57D6-40A7-8EBF-5FBF16916BC4}"/>
              </a:ext>
            </a:extLst>
          </p:cNvPr>
          <p:cNvSpPr/>
          <p:nvPr userDrawn="1"/>
        </p:nvSpPr>
        <p:spPr>
          <a:xfrm>
            <a:off x="8042592" y="3970335"/>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9" name="Text Placeholder 48">
            <a:extLst>
              <a:ext uri="{FF2B5EF4-FFF2-40B4-BE49-F238E27FC236}">
                <a16:creationId xmlns:a16="http://schemas.microsoft.com/office/drawing/2014/main" id="{45FCEF01-675C-4940-8F0B-1E7835624645}"/>
              </a:ext>
            </a:extLst>
          </p:cNvPr>
          <p:cNvSpPr>
            <a:spLocks noGrp="1"/>
          </p:cNvSpPr>
          <p:nvPr>
            <p:ph type="body" sz="quarter" idx="22" hasCustomPrompt="1"/>
          </p:nvPr>
        </p:nvSpPr>
        <p:spPr>
          <a:xfrm>
            <a:off x="8184827" y="4133531"/>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70" name="Picture Placeholder 69">
            <a:extLst>
              <a:ext uri="{FF2B5EF4-FFF2-40B4-BE49-F238E27FC236}">
                <a16:creationId xmlns:a16="http://schemas.microsoft.com/office/drawing/2014/main" id="{FC3A66DB-C02F-4A5B-B68A-2026CAED5C5A}"/>
              </a:ext>
            </a:extLst>
          </p:cNvPr>
          <p:cNvSpPr>
            <a:spLocks noGrp="1" noChangeAspect="1"/>
          </p:cNvSpPr>
          <p:nvPr>
            <p:ph type="pic" sz="quarter" idx="23" hasCustomPrompt="1"/>
          </p:nvPr>
        </p:nvSpPr>
        <p:spPr>
          <a:xfrm>
            <a:off x="2281237" y="3970335"/>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71" name="Picture Placeholder 70">
            <a:extLst>
              <a:ext uri="{FF2B5EF4-FFF2-40B4-BE49-F238E27FC236}">
                <a16:creationId xmlns:a16="http://schemas.microsoft.com/office/drawing/2014/main" id="{4E2E4E18-39A2-4C3D-B763-5952500F6C20}"/>
              </a:ext>
            </a:extLst>
          </p:cNvPr>
          <p:cNvSpPr>
            <a:spLocks noGrp="1" noChangeAspect="1"/>
          </p:cNvSpPr>
          <p:nvPr>
            <p:ph type="pic" sz="quarter" idx="24" hasCustomPrompt="1"/>
          </p:nvPr>
        </p:nvSpPr>
        <p:spPr>
          <a:xfrm>
            <a:off x="6022019" y="3970335"/>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72" name="Picture Placeholder 71">
            <a:extLst>
              <a:ext uri="{FF2B5EF4-FFF2-40B4-BE49-F238E27FC236}">
                <a16:creationId xmlns:a16="http://schemas.microsoft.com/office/drawing/2014/main" id="{D75FC110-3F5C-4ADE-AF97-C24EE4B5B63D}"/>
              </a:ext>
            </a:extLst>
          </p:cNvPr>
          <p:cNvSpPr>
            <a:spLocks noGrp="1" noChangeAspect="1"/>
          </p:cNvSpPr>
          <p:nvPr>
            <p:ph type="pic" sz="quarter" idx="25" hasCustomPrompt="1"/>
          </p:nvPr>
        </p:nvSpPr>
        <p:spPr>
          <a:xfrm>
            <a:off x="9773285" y="3970335"/>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Tree>
    <p:extLst>
      <p:ext uri="{BB962C8B-B14F-4D97-AF65-F5344CB8AC3E}">
        <p14:creationId xmlns:p14="http://schemas.microsoft.com/office/powerpoint/2010/main" val="298606200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ighlights of our work 3x2 - Dark">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79AC41B-EF54-4BA2-B71C-8094D37FDA9C}"/>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18" name="Straight Connector 17">
            <a:extLst>
              <a:ext uri="{FF2B5EF4-FFF2-40B4-BE49-F238E27FC236}">
                <a16:creationId xmlns:a16="http://schemas.microsoft.com/office/drawing/2014/main" id="{1C3DE315-6EFA-440C-BDEE-FC4E76D6B5DC}"/>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50" name="Freeform: Shape 49">
            <a:extLst>
              <a:ext uri="{FF2B5EF4-FFF2-40B4-BE49-F238E27FC236}">
                <a16:creationId xmlns:a16="http://schemas.microsoft.com/office/drawing/2014/main" id="{5C594562-12BB-4690-B5A6-C9E84F779AEC}"/>
              </a:ext>
            </a:extLst>
          </p:cNvPr>
          <p:cNvSpPr/>
          <p:nvPr userDrawn="1"/>
        </p:nvSpPr>
        <p:spPr>
          <a:xfrm>
            <a:off x="554355"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2" name="Text Placeholder 48">
            <a:extLst>
              <a:ext uri="{FF2B5EF4-FFF2-40B4-BE49-F238E27FC236}">
                <a16:creationId xmlns:a16="http://schemas.microsoft.com/office/drawing/2014/main" id="{B3E3884F-770C-470B-8D26-8C6B2799B4CD}"/>
              </a:ext>
            </a:extLst>
          </p:cNvPr>
          <p:cNvSpPr>
            <a:spLocks noGrp="1"/>
          </p:cNvSpPr>
          <p:nvPr>
            <p:ph type="body" sz="quarter" idx="11" hasCustomPrompt="1"/>
          </p:nvPr>
        </p:nvSpPr>
        <p:spPr>
          <a:xfrm>
            <a:off x="696590" y="1793559"/>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53" name="Freeform: Shape 52">
            <a:extLst>
              <a:ext uri="{FF2B5EF4-FFF2-40B4-BE49-F238E27FC236}">
                <a16:creationId xmlns:a16="http://schemas.microsoft.com/office/drawing/2014/main" id="{E70F2418-B818-4714-A303-ED0BA33B0198}"/>
              </a:ext>
            </a:extLst>
          </p:cNvPr>
          <p:cNvSpPr/>
          <p:nvPr userDrawn="1"/>
        </p:nvSpPr>
        <p:spPr>
          <a:xfrm>
            <a:off x="4299267"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5" name="Text Placeholder 48">
            <a:extLst>
              <a:ext uri="{FF2B5EF4-FFF2-40B4-BE49-F238E27FC236}">
                <a16:creationId xmlns:a16="http://schemas.microsoft.com/office/drawing/2014/main" id="{FBBBD63F-776D-4BEC-9F0A-5BD1FF1EA9B2}"/>
              </a:ext>
            </a:extLst>
          </p:cNvPr>
          <p:cNvSpPr>
            <a:spLocks noGrp="1"/>
          </p:cNvSpPr>
          <p:nvPr>
            <p:ph type="body" sz="quarter" idx="13" hasCustomPrompt="1"/>
          </p:nvPr>
        </p:nvSpPr>
        <p:spPr>
          <a:xfrm>
            <a:off x="4441502" y="1793559"/>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56" name="Freeform: Shape 55">
            <a:extLst>
              <a:ext uri="{FF2B5EF4-FFF2-40B4-BE49-F238E27FC236}">
                <a16:creationId xmlns:a16="http://schemas.microsoft.com/office/drawing/2014/main" id="{A24BCF58-6B91-4B5D-8652-43913F594141}"/>
              </a:ext>
            </a:extLst>
          </p:cNvPr>
          <p:cNvSpPr/>
          <p:nvPr userDrawn="1"/>
        </p:nvSpPr>
        <p:spPr>
          <a:xfrm>
            <a:off x="8042592"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8" name="Text Placeholder 48">
            <a:extLst>
              <a:ext uri="{FF2B5EF4-FFF2-40B4-BE49-F238E27FC236}">
                <a16:creationId xmlns:a16="http://schemas.microsoft.com/office/drawing/2014/main" id="{1CE496AA-A0DA-4BFC-BD90-13E6958D08E0}"/>
              </a:ext>
            </a:extLst>
          </p:cNvPr>
          <p:cNvSpPr>
            <a:spLocks noGrp="1"/>
          </p:cNvSpPr>
          <p:nvPr>
            <p:ph type="body" sz="quarter" idx="15" hasCustomPrompt="1"/>
          </p:nvPr>
        </p:nvSpPr>
        <p:spPr>
          <a:xfrm>
            <a:off x="8184827" y="1793559"/>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61" name="Picture Placeholder 60">
            <a:extLst>
              <a:ext uri="{FF2B5EF4-FFF2-40B4-BE49-F238E27FC236}">
                <a16:creationId xmlns:a16="http://schemas.microsoft.com/office/drawing/2014/main" id="{0CD398D6-8FEB-4682-A66E-F4A82060B948}"/>
              </a:ext>
            </a:extLst>
          </p:cNvPr>
          <p:cNvSpPr>
            <a:spLocks noGrp="1" noChangeAspect="1"/>
          </p:cNvSpPr>
          <p:nvPr>
            <p:ph type="pic" sz="quarter" idx="17" hasCustomPrompt="1"/>
          </p:nvPr>
        </p:nvSpPr>
        <p:spPr>
          <a:xfrm>
            <a:off x="2281237" y="1630363"/>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62" name="Picture Placeholder 61">
            <a:extLst>
              <a:ext uri="{FF2B5EF4-FFF2-40B4-BE49-F238E27FC236}">
                <a16:creationId xmlns:a16="http://schemas.microsoft.com/office/drawing/2014/main" id="{34BD673D-057B-46EC-8687-13FD9A8D0842}"/>
              </a:ext>
            </a:extLst>
          </p:cNvPr>
          <p:cNvSpPr>
            <a:spLocks noGrp="1" noChangeAspect="1"/>
          </p:cNvSpPr>
          <p:nvPr>
            <p:ph type="pic" sz="quarter" idx="18" hasCustomPrompt="1"/>
          </p:nvPr>
        </p:nvSpPr>
        <p:spPr>
          <a:xfrm>
            <a:off x="6022019" y="1630363"/>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63" name="Picture Placeholder 62">
            <a:extLst>
              <a:ext uri="{FF2B5EF4-FFF2-40B4-BE49-F238E27FC236}">
                <a16:creationId xmlns:a16="http://schemas.microsoft.com/office/drawing/2014/main" id="{C7B7B8C1-5170-4AFD-9E07-DADDEDBA5314}"/>
              </a:ext>
            </a:extLst>
          </p:cNvPr>
          <p:cNvSpPr>
            <a:spLocks noGrp="1" noChangeAspect="1"/>
          </p:cNvSpPr>
          <p:nvPr>
            <p:ph type="pic" sz="quarter" idx="19" hasCustomPrompt="1"/>
          </p:nvPr>
        </p:nvSpPr>
        <p:spPr>
          <a:xfrm>
            <a:off x="9773285" y="1630363"/>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64" name="Freeform: Shape 63">
            <a:extLst>
              <a:ext uri="{FF2B5EF4-FFF2-40B4-BE49-F238E27FC236}">
                <a16:creationId xmlns:a16="http://schemas.microsoft.com/office/drawing/2014/main" id="{7FFB90EE-5B78-4382-B16A-59B6BFC51FEB}"/>
              </a:ext>
            </a:extLst>
          </p:cNvPr>
          <p:cNvSpPr/>
          <p:nvPr userDrawn="1"/>
        </p:nvSpPr>
        <p:spPr>
          <a:xfrm>
            <a:off x="554355" y="3970335"/>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5" name="Text Placeholder 48">
            <a:extLst>
              <a:ext uri="{FF2B5EF4-FFF2-40B4-BE49-F238E27FC236}">
                <a16:creationId xmlns:a16="http://schemas.microsoft.com/office/drawing/2014/main" id="{290D9629-AF39-45C0-A821-DDA3778B2A3B}"/>
              </a:ext>
            </a:extLst>
          </p:cNvPr>
          <p:cNvSpPr>
            <a:spLocks noGrp="1"/>
          </p:cNvSpPr>
          <p:nvPr>
            <p:ph type="body" sz="quarter" idx="20" hasCustomPrompt="1"/>
          </p:nvPr>
        </p:nvSpPr>
        <p:spPr>
          <a:xfrm>
            <a:off x="696590" y="4133531"/>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66" name="Freeform: Shape 65">
            <a:extLst>
              <a:ext uri="{FF2B5EF4-FFF2-40B4-BE49-F238E27FC236}">
                <a16:creationId xmlns:a16="http://schemas.microsoft.com/office/drawing/2014/main" id="{6A05FFF8-7B8D-49A2-84A6-E22E4FE6732F}"/>
              </a:ext>
            </a:extLst>
          </p:cNvPr>
          <p:cNvSpPr/>
          <p:nvPr userDrawn="1"/>
        </p:nvSpPr>
        <p:spPr>
          <a:xfrm>
            <a:off x="4299267" y="3970335"/>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7" name="Text Placeholder 48">
            <a:extLst>
              <a:ext uri="{FF2B5EF4-FFF2-40B4-BE49-F238E27FC236}">
                <a16:creationId xmlns:a16="http://schemas.microsoft.com/office/drawing/2014/main" id="{16190777-7397-408B-9A92-BEF01A894F95}"/>
              </a:ext>
            </a:extLst>
          </p:cNvPr>
          <p:cNvSpPr>
            <a:spLocks noGrp="1"/>
          </p:cNvSpPr>
          <p:nvPr>
            <p:ph type="body" sz="quarter" idx="21" hasCustomPrompt="1"/>
          </p:nvPr>
        </p:nvSpPr>
        <p:spPr>
          <a:xfrm>
            <a:off x="4441502" y="4133531"/>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68" name="Freeform: Shape 67">
            <a:extLst>
              <a:ext uri="{FF2B5EF4-FFF2-40B4-BE49-F238E27FC236}">
                <a16:creationId xmlns:a16="http://schemas.microsoft.com/office/drawing/2014/main" id="{970CD49B-57D6-40A7-8EBF-5FBF16916BC4}"/>
              </a:ext>
            </a:extLst>
          </p:cNvPr>
          <p:cNvSpPr/>
          <p:nvPr userDrawn="1"/>
        </p:nvSpPr>
        <p:spPr>
          <a:xfrm>
            <a:off x="8042592" y="3970335"/>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9" name="Text Placeholder 48">
            <a:extLst>
              <a:ext uri="{FF2B5EF4-FFF2-40B4-BE49-F238E27FC236}">
                <a16:creationId xmlns:a16="http://schemas.microsoft.com/office/drawing/2014/main" id="{45FCEF01-675C-4940-8F0B-1E7835624645}"/>
              </a:ext>
            </a:extLst>
          </p:cNvPr>
          <p:cNvSpPr>
            <a:spLocks noGrp="1"/>
          </p:cNvSpPr>
          <p:nvPr>
            <p:ph type="body" sz="quarter" idx="22" hasCustomPrompt="1"/>
          </p:nvPr>
        </p:nvSpPr>
        <p:spPr>
          <a:xfrm>
            <a:off x="8184827" y="4133531"/>
            <a:ext cx="143257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70" name="Picture Placeholder 69">
            <a:extLst>
              <a:ext uri="{FF2B5EF4-FFF2-40B4-BE49-F238E27FC236}">
                <a16:creationId xmlns:a16="http://schemas.microsoft.com/office/drawing/2014/main" id="{FC3A66DB-C02F-4A5B-B68A-2026CAED5C5A}"/>
              </a:ext>
            </a:extLst>
          </p:cNvPr>
          <p:cNvSpPr>
            <a:spLocks noGrp="1" noChangeAspect="1"/>
          </p:cNvSpPr>
          <p:nvPr>
            <p:ph type="pic" sz="quarter" idx="23" hasCustomPrompt="1"/>
          </p:nvPr>
        </p:nvSpPr>
        <p:spPr>
          <a:xfrm>
            <a:off x="2281237" y="3970335"/>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71" name="Picture Placeholder 70">
            <a:extLst>
              <a:ext uri="{FF2B5EF4-FFF2-40B4-BE49-F238E27FC236}">
                <a16:creationId xmlns:a16="http://schemas.microsoft.com/office/drawing/2014/main" id="{4E2E4E18-39A2-4C3D-B763-5952500F6C20}"/>
              </a:ext>
            </a:extLst>
          </p:cNvPr>
          <p:cNvSpPr>
            <a:spLocks noGrp="1" noChangeAspect="1"/>
          </p:cNvSpPr>
          <p:nvPr>
            <p:ph type="pic" sz="quarter" idx="24" hasCustomPrompt="1"/>
          </p:nvPr>
        </p:nvSpPr>
        <p:spPr>
          <a:xfrm>
            <a:off x="6022019" y="3970335"/>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72" name="Picture Placeholder 71">
            <a:extLst>
              <a:ext uri="{FF2B5EF4-FFF2-40B4-BE49-F238E27FC236}">
                <a16:creationId xmlns:a16="http://schemas.microsoft.com/office/drawing/2014/main" id="{D75FC110-3F5C-4ADE-AF97-C24EE4B5B63D}"/>
              </a:ext>
            </a:extLst>
          </p:cNvPr>
          <p:cNvSpPr>
            <a:spLocks noGrp="1" noChangeAspect="1"/>
          </p:cNvSpPr>
          <p:nvPr>
            <p:ph type="pic" sz="quarter" idx="25" hasCustomPrompt="1"/>
          </p:nvPr>
        </p:nvSpPr>
        <p:spPr>
          <a:xfrm>
            <a:off x="9773285" y="3970335"/>
            <a:ext cx="1875794" cy="2195515"/>
          </a:xfrm>
          <a:custGeom>
            <a:avLst/>
            <a:gdLst>
              <a:gd name="connsiteX0" fmla="*/ 0 w 1875794"/>
              <a:gd name="connsiteY0" fmla="*/ 0 h 2195515"/>
              <a:gd name="connsiteX1" fmla="*/ 610547 w 1875794"/>
              <a:gd name="connsiteY1" fmla="*/ 0 h 2195515"/>
              <a:gd name="connsiteX2" fmla="*/ 832097 w 1875794"/>
              <a:gd name="connsiteY2" fmla="*/ 0 h 2195515"/>
              <a:gd name="connsiteX3" fmla="*/ 939169 w 1875794"/>
              <a:gd name="connsiteY3" fmla="*/ 0 h 2195515"/>
              <a:gd name="connsiteX4" fmla="*/ 1442644 w 1875794"/>
              <a:gd name="connsiteY4" fmla="*/ 0 h 2195515"/>
              <a:gd name="connsiteX5" fmla="*/ 1771266 w 1875794"/>
              <a:gd name="connsiteY5" fmla="*/ 0 h 2195515"/>
              <a:gd name="connsiteX6" fmla="*/ 1875794 w 1875794"/>
              <a:gd name="connsiteY6" fmla="*/ 104528 h 2195515"/>
              <a:gd name="connsiteX7" fmla="*/ 1875794 w 1875794"/>
              <a:gd name="connsiteY7" fmla="*/ 2090987 h 2195515"/>
              <a:gd name="connsiteX8" fmla="*/ 1771266 w 1875794"/>
              <a:gd name="connsiteY8" fmla="*/ 2195515 h 2195515"/>
              <a:gd name="connsiteX9" fmla="*/ 1442644 w 1875794"/>
              <a:gd name="connsiteY9" fmla="*/ 2195515 h 2195515"/>
              <a:gd name="connsiteX10" fmla="*/ 939169 w 1875794"/>
              <a:gd name="connsiteY10" fmla="*/ 2195515 h 2195515"/>
              <a:gd name="connsiteX11" fmla="*/ 832097 w 1875794"/>
              <a:gd name="connsiteY11" fmla="*/ 2195515 h 2195515"/>
              <a:gd name="connsiteX12" fmla="*/ 610547 w 1875794"/>
              <a:gd name="connsiteY12" fmla="*/ 2195515 h 2195515"/>
              <a:gd name="connsiteX13" fmla="*/ 0 w 1875794"/>
              <a:gd name="connsiteY13"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5794" h="2195515">
                <a:moveTo>
                  <a:pt x="0" y="0"/>
                </a:moveTo>
                <a:lnTo>
                  <a:pt x="610547" y="0"/>
                </a:lnTo>
                <a:lnTo>
                  <a:pt x="832097" y="0"/>
                </a:lnTo>
                <a:lnTo>
                  <a:pt x="939169" y="0"/>
                </a:lnTo>
                <a:lnTo>
                  <a:pt x="1442644" y="0"/>
                </a:lnTo>
                <a:lnTo>
                  <a:pt x="1771266" y="0"/>
                </a:lnTo>
                <a:cubicBezTo>
                  <a:pt x="1828995" y="0"/>
                  <a:pt x="1875794" y="46799"/>
                  <a:pt x="1875794" y="104528"/>
                </a:cubicBezTo>
                <a:lnTo>
                  <a:pt x="1875794" y="2090987"/>
                </a:lnTo>
                <a:cubicBezTo>
                  <a:pt x="1875794" y="2148716"/>
                  <a:pt x="1828995" y="2195515"/>
                  <a:pt x="1771266" y="2195515"/>
                </a:cubicBezTo>
                <a:lnTo>
                  <a:pt x="1442644" y="2195515"/>
                </a:lnTo>
                <a:lnTo>
                  <a:pt x="939169" y="2195515"/>
                </a:lnTo>
                <a:lnTo>
                  <a:pt x="832097" y="2195515"/>
                </a:lnTo>
                <a:lnTo>
                  <a:pt x="610547"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Tree>
    <p:extLst>
      <p:ext uri="{BB962C8B-B14F-4D97-AF65-F5344CB8AC3E}">
        <p14:creationId xmlns:p14="http://schemas.microsoft.com/office/powerpoint/2010/main" val="2210819444"/>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ighlights of our work 4x2">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032F8D8D-BCFD-47C1-9BB6-C2FF2AD28002}"/>
              </a:ext>
            </a:extLst>
          </p:cNvPr>
          <p:cNvSpPr/>
          <p:nvPr userDrawn="1"/>
        </p:nvSpPr>
        <p:spPr>
          <a:xfrm>
            <a:off x="554355"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6" name="Picture Placeholder 85">
            <a:extLst>
              <a:ext uri="{FF2B5EF4-FFF2-40B4-BE49-F238E27FC236}">
                <a16:creationId xmlns:a16="http://schemas.microsoft.com/office/drawing/2014/main" id="{94F5AF70-4DF4-441B-A168-E03D2F746370}"/>
              </a:ext>
            </a:extLst>
          </p:cNvPr>
          <p:cNvSpPr>
            <a:spLocks noGrp="1" noChangeAspect="1"/>
          </p:cNvSpPr>
          <p:nvPr>
            <p:ph type="pic" sz="quarter" idx="10" hasCustomPrompt="1"/>
          </p:nvPr>
        </p:nvSpPr>
        <p:spPr>
          <a:xfrm>
            <a:off x="2000822"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3" name="Text Placeholder 48">
            <a:extLst>
              <a:ext uri="{FF2B5EF4-FFF2-40B4-BE49-F238E27FC236}">
                <a16:creationId xmlns:a16="http://schemas.microsoft.com/office/drawing/2014/main" id="{38BA50E9-3C9E-4EA4-832D-18B54C668465}"/>
              </a:ext>
            </a:extLst>
          </p:cNvPr>
          <p:cNvSpPr>
            <a:spLocks noGrp="1"/>
          </p:cNvSpPr>
          <p:nvPr>
            <p:ph type="body" sz="quarter" idx="11" hasCustomPrompt="1"/>
          </p:nvPr>
        </p:nvSpPr>
        <p:spPr>
          <a:xfrm>
            <a:off x="696590"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38" name="Freeform: Shape 37">
            <a:extLst>
              <a:ext uri="{FF2B5EF4-FFF2-40B4-BE49-F238E27FC236}">
                <a16:creationId xmlns:a16="http://schemas.microsoft.com/office/drawing/2014/main" id="{D21A8208-BC97-4284-8860-068079C5BF53}"/>
              </a:ext>
            </a:extLst>
          </p:cNvPr>
          <p:cNvSpPr/>
          <p:nvPr userDrawn="1"/>
        </p:nvSpPr>
        <p:spPr>
          <a:xfrm>
            <a:off x="3369933"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7" name="Picture Placeholder 86">
            <a:extLst>
              <a:ext uri="{FF2B5EF4-FFF2-40B4-BE49-F238E27FC236}">
                <a16:creationId xmlns:a16="http://schemas.microsoft.com/office/drawing/2014/main" id="{824F529F-34DE-402C-810F-C88ED957D1AC}"/>
              </a:ext>
            </a:extLst>
          </p:cNvPr>
          <p:cNvSpPr>
            <a:spLocks noGrp="1" noChangeAspect="1"/>
          </p:cNvSpPr>
          <p:nvPr>
            <p:ph type="pic" sz="quarter" idx="12" hasCustomPrompt="1"/>
          </p:nvPr>
        </p:nvSpPr>
        <p:spPr>
          <a:xfrm>
            <a:off x="4816400"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40" name="Text Placeholder 48">
            <a:extLst>
              <a:ext uri="{FF2B5EF4-FFF2-40B4-BE49-F238E27FC236}">
                <a16:creationId xmlns:a16="http://schemas.microsoft.com/office/drawing/2014/main" id="{E6C0F9A8-7838-4D67-AEF2-80AABBF2B748}"/>
              </a:ext>
            </a:extLst>
          </p:cNvPr>
          <p:cNvSpPr>
            <a:spLocks noGrp="1"/>
          </p:cNvSpPr>
          <p:nvPr>
            <p:ph type="body" sz="quarter" idx="13" hasCustomPrompt="1"/>
          </p:nvPr>
        </p:nvSpPr>
        <p:spPr>
          <a:xfrm>
            <a:off x="3512168"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41" name="Freeform: Shape 40">
            <a:extLst>
              <a:ext uri="{FF2B5EF4-FFF2-40B4-BE49-F238E27FC236}">
                <a16:creationId xmlns:a16="http://schemas.microsoft.com/office/drawing/2014/main" id="{42974F72-B661-4291-AAD7-B8CC573D5A2F}"/>
              </a:ext>
            </a:extLst>
          </p:cNvPr>
          <p:cNvSpPr/>
          <p:nvPr userDrawn="1"/>
        </p:nvSpPr>
        <p:spPr>
          <a:xfrm>
            <a:off x="6161735"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3" name="Text Placeholder 48">
            <a:extLst>
              <a:ext uri="{FF2B5EF4-FFF2-40B4-BE49-F238E27FC236}">
                <a16:creationId xmlns:a16="http://schemas.microsoft.com/office/drawing/2014/main" id="{4FDFC470-AE34-40A8-8946-2A83DD938A40}"/>
              </a:ext>
            </a:extLst>
          </p:cNvPr>
          <p:cNvSpPr>
            <a:spLocks noGrp="1"/>
          </p:cNvSpPr>
          <p:nvPr>
            <p:ph type="body" sz="quarter" idx="15" hasCustomPrompt="1"/>
          </p:nvPr>
        </p:nvSpPr>
        <p:spPr>
          <a:xfrm>
            <a:off x="6303970"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44" name="Freeform: Shape 43">
            <a:extLst>
              <a:ext uri="{FF2B5EF4-FFF2-40B4-BE49-F238E27FC236}">
                <a16:creationId xmlns:a16="http://schemas.microsoft.com/office/drawing/2014/main" id="{36EA0BB4-DC47-41B3-80D8-1EF78BE0A89F}"/>
              </a:ext>
            </a:extLst>
          </p:cNvPr>
          <p:cNvSpPr/>
          <p:nvPr userDrawn="1"/>
        </p:nvSpPr>
        <p:spPr>
          <a:xfrm>
            <a:off x="8979217"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6" name="Text Placeholder 48">
            <a:extLst>
              <a:ext uri="{FF2B5EF4-FFF2-40B4-BE49-F238E27FC236}">
                <a16:creationId xmlns:a16="http://schemas.microsoft.com/office/drawing/2014/main" id="{80446F8B-73BE-49E5-88C9-574D72493D8C}"/>
              </a:ext>
            </a:extLst>
          </p:cNvPr>
          <p:cNvSpPr>
            <a:spLocks noGrp="1"/>
          </p:cNvSpPr>
          <p:nvPr>
            <p:ph type="body" sz="quarter" idx="17" hasCustomPrompt="1"/>
          </p:nvPr>
        </p:nvSpPr>
        <p:spPr>
          <a:xfrm>
            <a:off x="9121452"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48" name="Freeform: Shape 47">
            <a:extLst>
              <a:ext uri="{FF2B5EF4-FFF2-40B4-BE49-F238E27FC236}">
                <a16:creationId xmlns:a16="http://schemas.microsoft.com/office/drawing/2014/main" id="{59FAAFB9-5C5E-41C8-B615-64A0793E622B}"/>
              </a:ext>
            </a:extLst>
          </p:cNvPr>
          <p:cNvSpPr/>
          <p:nvPr userDrawn="1"/>
        </p:nvSpPr>
        <p:spPr>
          <a:xfrm>
            <a:off x="554355"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5" name="Text Placeholder 48">
            <a:extLst>
              <a:ext uri="{FF2B5EF4-FFF2-40B4-BE49-F238E27FC236}">
                <a16:creationId xmlns:a16="http://schemas.microsoft.com/office/drawing/2014/main" id="{3CED25B5-FC6B-4B4D-BED4-AD4C90204C46}"/>
              </a:ext>
            </a:extLst>
          </p:cNvPr>
          <p:cNvSpPr>
            <a:spLocks noGrp="1"/>
          </p:cNvSpPr>
          <p:nvPr>
            <p:ph type="body" sz="quarter" idx="19" hasCustomPrompt="1"/>
          </p:nvPr>
        </p:nvSpPr>
        <p:spPr>
          <a:xfrm>
            <a:off x="696590"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58" name="Freeform: Shape 57">
            <a:extLst>
              <a:ext uri="{FF2B5EF4-FFF2-40B4-BE49-F238E27FC236}">
                <a16:creationId xmlns:a16="http://schemas.microsoft.com/office/drawing/2014/main" id="{A8875462-3003-4BF2-9456-D801E673EC9A}"/>
              </a:ext>
            </a:extLst>
          </p:cNvPr>
          <p:cNvSpPr/>
          <p:nvPr userDrawn="1"/>
        </p:nvSpPr>
        <p:spPr>
          <a:xfrm>
            <a:off x="3369933"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8" name="Text Placeholder 48">
            <a:extLst>
              <a:ext uri="{FF2B5EF4-FFF2-40B4-BE49-F238E27FC236}">
                <a16:creationId xmlns:a16="http://schemas.microsoft.com/office/drawing/2014/main" id="{2013551A-EDD0-4897-8369-F621AA06117A}"/>
              </a:ext>
            </a:extLst>
          </p:cNvPr>
          <p:cNvSpPr>
            <a:spLocks noGrp="1"/>
          </p:cNvSpPr>
          <p:nvPr>
            <p:ph type="body" sz="quarter" idx="21" hasCustomPrompt="1"/>
          </p:nvPr>
        </p:nvSpPr>
        <p:spPr>
          <a:xfrm>
            <a:off x="3512168"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69" name="Freeform: Shape 68">
            <a:extLst>
              <a:ext uri="{FF2B5EF4-FFF2-40B4-BE49-F238E27FC236}">
                <a16:creationId xmlns:a16="http://schemas.microsoft.com/office/drawing/2014/main" id="{AD448FD4-FD64-4663-A4A1-4C2DFB5D8229}"/>
              </a:ext>
            </a:extLst>
          </p:cNvPr>
          <p:cNvSpPr/>
          <p:nvPr userDrawn="1"/>
        </p:nvSpPr>
        <p:spPr>
          <a:xfrm>
            <a:off x="6161735"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71" name="Text Placeholder 48">
            <a:extLst>
              <a:ext uri="{FF2B5EF4-FFF2-40B4-BE49-F238E27FC236}">
                <a16:creationId xmlns:a16="http://schemas.microsoft.com/office/drawing/2014/main" id="{A5510759-64C6-4512-BC51-17DF4988D402}"/>
              </a:ext>
            </a:extLst>
          </p:cNvPr>
          <p:cNvSpPr>
            <a:spLocks noGrp="1"/>
          </p:cNvSpPr>
          <p:nvPr>
            <p:ph type="body" sz="quarter" idx="23" hasCustomPrompt="1"/>
          </p:nvPr>
        </p:nvSpPr>
        <p:spPr>
          <a:xfrm>
            <a:off x="6303970"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72" name="Freeform: Shape 71">
            <a:extLst>
              <a:ext uri="{FF2B5EF4-FFF2-40B4-BE49-F238E27FC236}">
                <a16:creationId xmlns:a16="http://schemas.microsoft.com/office/drawing/2014/main" id="{B45F2DEC-447F-4B13-B464-B8208BACD5CC}"/>
              </a:ext>
            </a:extLst>
          </p:cNvPr>
          <p:cNvSpPr/>
          <p:nvPr userDrawn="1"/>
        </p:nvSpPr>
        <p:spPr>
          <a:xfrm>
            <a:off x="8979217"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74" name="Text Placeholder 48">
            <a:extLst>
              <a:ext uri="{FF2B5EF4-FFF2-40B4-BE49-F238E27FC236}">
                <a16:creationId xmlns:a16="http://schemas.microsoft.com/office/drawing/2014/main" id="{C73F0E3B-0E2D-4A4E-A478-798C381790F7}"/>
              </a:ext>
            </a:extLst>
          </p:cNvPr>
          <p:cNvSpPr>
            <a:spLocks noGrp="1"/>
          </p:cNvSpPr>
          <p:nvPr>
            <p:ph type="body" sz="quarter" idx="25" hasCustomPrompt="1"/>
          </p:nvPr>
        </p:nvSpPr>
        <p:spPr>
          <a:xfrm>
            <a:off x="9121452"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75" name="Title 1">
            <a:extLst>
              <a:ext uri="{FF2B5EF4-FFF2-40B4-BE49-F238E27FC236}">
                <a16:creationId xmlns:a16="http://schemas.microsoft.com/office/drawing/2014/main" id="{DF21845E-EA93-4FD8-981A-4DD46A12B62C}"/>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76" name="Straight Connector 75">
            <a:extLst>
              <a:ext uri="{FF2B5EF4-FFF2-40B4-BE49-F238E27FC236}">
                <a16:creationId xmlns:a16="http://schemas.microsoft.com/office/drawing/2014/main" id="{7F0F2FDD-0EB9-4E1F-ABCF-92081F1D68BD}"/>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88" name="Picture Placeholder 87">
            <a:extLst>
              <a:ext uri="{FF2B5EF4-FFF2-40B4-BE49-F238E27FC236}">
                <a16:creationId xmlns:a16="http://schemas.microsoft.com/office/drawing/2014/main" id="{231497BB-B355-4271-A469-AC3056F5D150}"/>
              </a:ext>
            </a:extLst>
          </p:cNvPr>
          <p:cNvSpPr>
            <a:spLocks noGrp="1" noChangeAspect="1"/>
          </p:cNvSpPr>
          <p:nvPr>
            <p:ph type="pic" sz="quarter" idx="28" hasCustomPrompt="1"/>
          </p:nvPr>
        </p:nvSpPr>
        <p:spPr>
          <a:xfrm>
            <a:off x="7608202"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89" name="Picture Placeholder 88">
            <a:extLst>
              <a:ext uri="{FF2B5EF4-FFF2-40B4-BE49-F238E27FC236}">
                <a16:creationId xmlns:a16="http://schemas.microsoft.com/office/drawing/2014/main" id="{748EBAAF-690A-415F-9035-D3B48692CDEA}"/>
              </a:ext>
            </a:extLst>
          </p:cNvPr>
          <p:cNvSpPr>
            <a:spLocks noGrp="1" noChangeAspect="1"/>
          </p:cNvSpPr>
          <p:nvPr>
            <p:ph type="pic" sz="quarter" idx="29" hasCustomPrompt="1"/>
          </p:nvPr>
        </p:nvSpPr>
        <p:spPr>
          <a:xfrm>
            <a:off x="10425684"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0" name="Picture Placeholder 89">
            <a:extLst>
              <a:ext uri="{FF2B5EF4-FFF2-40B4-BE49-F238E27FC236}">
                <a16:creationId xmlns:a16="http://schemas.microsoft.com/office/drawing/2014/main" id="{ED222160-73E2-419F-A55F-D537D95F5C41}"/>
              </a:ext>
            </a:extLst>
          </p:cNvPr>
          <p:cNvSpPr>
            <a:spLocks noGrp="1" noChangeAspect="1"/>
          </p:cNvSpPr>
          <p:nvPr>
            <p:ph type="pic" sz="quarter" idx="30" hasCustomPrompt="1"/>
          </p:nvPr>
        </p:nvSpPr>
        <p:spPr>
          <a:xfrm>
            <a:off x="2000822"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1" name="Picture Placeholder 90">
            <a:extLst>
              <a:ext uri="{FF2B5EF4-FFF2-40B4-BE49-F238E27FC236}">
                <a16:creationId xmlns:a16="http://schemas.microsoft.com/office/drawing/2014/main" id="{0F7DC294-8AE6-409F-B72D-34DEF00FF23E}"/>
              </a:ext>
            </a:extLst>
          </p:cNvPr>
          <p:cNvSpPr>
            <a:spLocks noGrp="1" noChangeAspect="1"/>
          </p:cNvSpPr>
          <p:nvPr>
            <p:ph type="pic" sz="quarter" idx="31" hasCustomPrompt="1"/>
          </p:nvPr>
        </p:nvSpPr>
        <p:spPr>
          <a:xfrm>
            <a:off x="4816400"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2" name="Picture Placeholder 91">
            <a:extLst>
              <a:ext uri="{FF2B5EF4-FFF2-40B4-BE49-F238E27FC236}">
                <a16:creationId xmlns:a16="http://schemas.microsoft.com/office/drawing/2014/main" id="{CA13FE95-260D-456A-A7E2-3313D7B9E9F4}"/>
              </a:ext>
            </a:extLst>
          </p:cNvPr>
          <p:cNvSpPr>
            <a:spLocks noGrp="1" noChangeAspect="1"/>
          </p:cNvSpPr>
          <p:nvPr>
            <p:ph type="pic" sz="quarter" idx="32" hasCustomPrompt="1"/>
          </p:nvPr>
        </p:nvSpPr>
        <p:spPr>
          <a:xfrm>
            <a:off x="7608202"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3" name="Picture Placeholder 92">
            <a:extLst>
              <a:ext uri="{FF2B5EF4-FFF2-40B4-BE49-F238E27FC236}">
                <a16:creationId xmlns:a16="http://schemas.microsoft.com/office/drawing/2014/main" id="{23795E9B-049A-4CBB-9FF2-A769B26F7518}"/>
              </a:ext>
            </a:extLst>
          </p:cNvPr>
          <p:cNvSpPr>
            <a:spLocks noGrp="1" noChangeAspect="1"/>
          </p:cNvSpPr>
          <p:nvPr>
            <p:ph type="pic" sz="quarter" idx="33" hasCustomPrompt="1"/>
          </p:nvPr>
        </p:nvSpPr>
        <p:spPr>
          <a:xfrm>
            <a:off x="10425684"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Tree>
    <p:extLst>
      <p:ext uri="{BB962C8B-B14F-4D97-AF65-F5344CB8AC3E}">
        <p14:creationId xmlns:p14="http://schemas.microsoft.com/office/powerpoint/2010/main" val="3771854942"/>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ighlights of our work 4x2 - Dark">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032F8D8D-BCFD-47C1-9BB6-C2FF2AD28002}"/>
              </a:ext>
            </a:extLst>
          </p:cNvPr>
          <p:cNvSpPr/>
          <p:nvPr userDrawn="1"/>
        </p:nvSpPr>
        <p:spPr>
          <a:xfrm>
            <a:off x="554355"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6" name="Picture Placeholder 85">
            <a:extLst>
              <a:ext uri="{FF2B5EF4-FFF2-40B4-BE49-F238E27FC236}">
                <a16:creationId xmlns:a16="http://schemas.microsoft.com/office/drawing/2014/main" id="{94F5AF70-4DF4-441B-A168-E03D2F746370}"/>
              </a:ext>
            </a:extLst>
          </p:cNvPr>
          <p:cNvSpPr>
            <a:spLocks noGrp="1" noChangeAspect="1"/>
          </p:cNvSpPr>
          <p:nvPr>
            <p:ph type="pic" sz="quarter" idx="10" hasCustomPrompt="1"/>
          </p:nvPr>
        </p:nvSpPr>
        <p:spPr>
          <a:xfrm>
            <a:off x="2000822"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23" name="Text Placeholder 48">
            <a:extLst>
              <a:ext uri="{FF2B5EF4-FFF2-40B4-BE49-F238E27FC236}">
                <a16:creationId xmlns:a16="http://schemas.microsoft.com/office/drawing/2014/main" id="{38BA50E9-3C9E-4EA4-832D-18B54C668465}"/>
              </a:ext>
            </a:extLst>
          </p:cNvPr>
          <p:cNvSpPr>
            <a:spLocks noGrp="1"/>
          </p:cNvSpPr>
          <p:nvPr>
            <p:ph type="body" sz="quarter" idx="11" hasCustomPrompt="1"/>
          </p:nvPr>
        </p:nvSpPr>
        <p:spPr>
          <a:xfrm>
            <a:off x="696590"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38" name="Freeform: Shape 37">
            <a:extLst>
              <a:ext uri="{FF2B5EF4-FFF2-40B4-BE49-F238E27FC236}">
                <a16:creationId xmlns:a16="http://schemas.microsoft.com/office/drawing/2014/main" id="{D21A8208-BC97-4284-8860-068079C5BF53}"/>
              </a:ext>
            </a:extLst>
          </p:cNvPr>
          <p:cNvSpPr/>
          <p:nvPr userDrawn="1"/>
        </p:nvSpPr>
        <p:spPr>
          <a:xfrm>
            <a:off x="3369933"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7" name="Picture Placeholder 86">
            <a:extLst>
              <a:ext uri="{FF2B5EF4-FFF2-40B4-BE49-F238E27FC236}">
                <a16:creationId xmlns:a16="http://schemas.microsoft.com/office/drawing/2014/main" id="{824F529F-34DE-402C-810F-C88ED957D1AC}"/>
              </a:ext>
            </a:extLst>
          </p:cNvPr>
          <p:cNvSpPr>
            <a:spLocks noGrp="1" noChangeAspect="1"/>
          </p:cNvSpPr>
          <p:nvPr>
            <p:ph type="pic" sz="quarter" idx="12" hasCustomPrompt="1"/>
          </p:nvPr>
        </p:nvSpPr>
        <p:spPr>
          <a:xfrm>
            <a:off x="4816400"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40" name="Text Placeholder 48">
            <a:extLst>
              <a:ext uri="{FF2B5EF4-FFF2-40B4-BE49-F238E27FC236}">
                <a16:creationId xmlns:a16="http://schemas.microsoft.com/office/drawing/2014/main" id="{E6C0F9A8-7838-4D67-AEF2-80AABBF2B748}"/>
              </a:ext>
            </a:extLst>
          </p:cNvPr>
          <p:cNvSpPr>
            <a:spLocks noGrp="1"/>
          </p:cNvSpPr>
          <p:nvPr>
            <p:ph type="body" sz="quarter" idx="13" hasCustomPrompt="1"/>
          </p:nvPr>
        </p:nvSpPr>
        <p:spPr>
          <a:xfrm>
            <a:off x="3512168"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41" name="Freeform: Shape 40">
            <a:extLst>
              <a:ext uri="{FF2B5EF4-FFF2-40B4-BE49-F238E27FC236}">
                <a16:creationId xmlns:a16="http://schemas.microsoft.com/office/drawing/2014/main" id="{42974F72-B661-4291-AAD7-B8CC573D5A2F}"/>
              </a:ext>
            </a:extLst>
          </p:cNvPr>
          <p:cNvSpPr/>
          <p:nvPr userDrawn="1"/>
        </p:nvSpPr>
        <p:spPr>
          <a:xfrm>
            <a:off x="6161735"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3" name="Text Placeholder 48">
            <a:extLst>
              <a:ext uri="{FF2B5EF4-FFF2-40B4-BE49-F238E27FC236}">
                <a16:creationId xmlns:a16="http://schemas.microsoft.com/office/drawing/2014/main" id="{4FDFC470-AE34-40A8-8946-2A83DD938A40}"/>
              </a:ext>
            </a:extLst>
          </p:cNvPr>
          <p:cNvSpPr>
            <a:spLocks noGrp="1"/>
          </p:cNvSpPr>
          <p:nvPr>
            <p:ph type="body" sz="quarter" idx="15" hasCustomPrompt="1"/>
          </p:nvPr>
        </p:nvSpPr>
        <p:spPr>
          <a:xfrm>
            <a:off x="6303970"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44" name="Freeform: Shape 43">
            <a:extLst>
              <a:ext uri="{FF2B5EF4-FFF2-40B4-BE49-F238E27FC236}">
                <a16:creationId xmlns:a16="http://schemas.microsoft.com/office/drawing/2014/main" id="{36EA0BB4-DC47-41B3-80D8-1EF78BE0A89F}"/>
              </a:ext>
            </a:extLst>
          </p:cNvPr>
          <p:cNvSpPr/>
          <p:nvPr userDrawn="1"/>
        </p:nvSpPr>
        <p:spPr>
          <a:xfrm>
            <a:off x="8979217" y="1630363"/>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6" name="Text Placeholder 48">
            <a:extLst>
              <a:ext uri="{FF2B5EF4-FFF2-40B4-BE49-F238E27FC236}">
                <a16:creationId xmlns:a16="http://schemas.microsoft.com/office/drawing/2014/main" id="{80446F8B-73BE-49E5-88C9-574D72493D8C}"/>
              </a:ext>
            </a:extLst>
          </p:cNvPr>
          <p:cNvSpPr>
            <a:spLocks noGrp="1"/>
          </p:cNvSpPr>
          <p:nvPr>
            <p:ph type="body" sz="quarter" idx="17" hasCustomPrompt="1"/>
          </p:nvPr>
        </p:nvSpPr>
        <p:spPr>
          <a:xfrm>
            <a:off x="9121452" y="1793559"/>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48" name="Freeform: Shape 47">
            <a:extLst>
              <a:ext uri="{FF2B5EF4-FFF2-40B4-BE49-F238E27FC236}">
                <a16:creationId xmlns:a16="http://schemas.microsoft.com/office/drawing/2014/main" id="{59FAAFB9-5C5E-41C8-B615-64A0793E622B}"/>
              </a:ext>
            </a:extLst>
          </p:cNvPr>
          <p:cNvSpPr/>
          <p:nvPr userDrawn="1"/>
        </p:nvSpPr>
        <p:spPr>
          <a:xfrm>
            <a:off x="554355"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5" name="Text Placeholder 48">
            <a:extLst>
              <a:ext uri="{FF2B5EF4-FFF2-40B4-BE49-F238E27FC236}">
                <a16:creationId xmlns:a16="http://schemas.microsoft.com/office/drawing/2014/main" id="{3CED25B5-FC6B-4B4D-BED4-AD4C90204C46}"/>
              </a:ext>
            </a:extLst>
          </p:cNvPr>
          <p:cNvSpPr>
            <a:spLocks noGrp="1"/>
          </p:cNvSpPr>
          <p:nvPr>
            <p:ph type="body" sz="quarter" idx="19" hasCustomPrompt="1"/>
          </p:nvPr>
        </p:nvSpPr>
        <p:spPr>
          <a:xfrm>
            <a:off x="696590"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58" name="Freeform: Shape 57">
            <a:extLst>
              <a:ext uri="{FF2B5EF4-FFF2-40B4-BE49-F238E27FC236}">
                <a16:creationId xmlns:a16="http://schemas.microsoft.com/office/drawing/2014/main" id="{A8875462-3003-4BF2-9456-D801E673EC9A}"/>
              </a:ext>
            </a:extLst>
          </p:cNvPr>
          <p:cNvSpPr/>
          <p:nvPr userDrawn="1"/>
        </p:nvSpPr>
        <p:spPr>
          <a:xfrm>
            <a:off x="3369933"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68" name="Text Placeholder 48">
            <a:extLst>
              <a:ext uri="{FF2B5EF4-FFF2-40B4-BE49-F238E27FC236}">
                <a16:creationId xmlns:a16="http://schemas.microsoft.com/office/drawing/2014/main" id="{2013551A-EDD0-4897-8369-F621AA06117A}"/>
              </a:ext>
            </a:extLst>
          </p:cNvPr>
          <p:cNvSpPr>
            <a:spLocks noGrp="1"/>
          </p:cNvSpPr>
          <p:nvPr>
            <p:ph type="body" sz="quarter" idx="21" hasCustomPrompt="1"/>
          </p:nvPr>
        </p:nvSpPr>
        <p:spPr>
          <a:xfrm>
            <a:off x="3512168"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69" name="Freeform: Shape 68">
            <a:extLst>
              <a:ext uri="{FF2B5EF4-FFF2-40B4-BE49-F238E27FC236}">
                <a16:creationId xmlns:a16="http://schemas.microsoft.com/office/drawing/2014/main" id="{AD448FD4-FD64-4663-A4A1-4C2DFB5D8229}"/>
              </a:ext>
            </a:extLst>
          </p:cNvPr>
          <p:cNvSpPr/>
          <p:nvPr userDrawn="1"/>
        </p:nvSpPr>
        <p:spPr>
          <a:xfrm>
            <a:off x="6161735"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71" name="Text Placeholder 48">
            <a:extLst>
              <a:ext uri="{FF2B5EF4-FFF2-40B4-BE49-F238E27FC236}">
                <a16:creationId xmlns:a16="http://schemas.microsoft.com/office/drawing/2014/main" id="{A5510759-64C6-4512-BC51-17DF4988D402}"/>
              </a:ext>
            </a:extLst>
          </p:cNvPr>
          <p:cNvSpPr>
            <a:spLocks noGrp="1"/>
          </p:cNvSpPr>
          <p:nvPr>
            <p:ph type="body" sz="quarter" idx="23" hasCustomPrompt="1"/>
          </p:nvPr>
        </p:nvSpPr>
        <p:spPr>
          <a:xfrm>
            <a:off x="6303970"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72" name="Freeform: Shape 71">
            <a:extLst>
              <a:ext uri="{FF2B5EF4-FFF2-40B4-BE49-F238E27FC236}">
                <a16:creationId xmlns:a16="http://schemas.microsoft.com/office/drawing/2014/main" id="{B45F2DEC-447F-4B13-B464-B8208BACD5CC}"/>
              </a:ext>
            </a:extLst>
          </p:cNvPr>
          <p:cNvSpPr/>
          <p:nvPr userDrawn="1"/>
        </p:nvSpPr>
        <p:spPr>
          <a:xfrm>
            <a:off x="8979217" y="3989074"/>
            <a:ext cx="1726883" cy="2195515"/>
          </a:xfrm>
          <a:custGeom>
            <a:avLst/>
            <a:gdLst>
              <a:gd name="connsiteX0" fmla="*/ 104528 w 1726883"/>
              <a:gd name="connsiteY0" fmla="*/ 0 h 2195515"/>
              <a:gd name="connsiteX1" fmla="*/ 1726883 w 1726883"/>
              <a:gd name="connsiteY1" fmla="*/ 0 h 2195515"/>
              <a:gd name="connsiteX2" fmla="*/ 1726883 w 1726883"/>
              <a:gd name="connsiteY2" fmla="*/ 2195515 h 2195515"/>
              <a:gd name="connsiteX3" fmla="*/ 104528 w 1726883"/>
              <a:gd name="connsiteY3" fmla="*/ 2195515 h 2195515"/>
              <a:gd name="connsiteX4" fmla="*/ 0 w 1726883"/>
              <a:gd name="connsiteY4" fmla="*/ 2090987 h 2195515"/>
              <a:gd name="connsiteX5" fmla="*/ 0 w 1726883"/>
              <a:gd name="connsiteY5" fmla="*/ 104528 h 2195515"/>
              <a:gd name="connsiteX6" fmla="*/ 104528 w 1726883"/>
              <a:gd name="connsiteY6" fmla="*/ 0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6883" h="2195515">
                <a:moveTo>
                  <a:pt x="104528" y="0"/>
                </a:moveTo>
                <a:lnTo>
                  <a:pt x="1726883" y="0"/>
                </a:lnTo>
                <a:lnTo>
                  <a:pt x="1726883" y="2195515"/>
                </a:lnTo>
                <a:lnTo>
                  <a:pt x="104528" y="2195515"/>
                </a:lnTo>
                <a:cubicBezTo>
                  <a:pt x="46799" y="2195515"/>
                  <a:pt x="0" y="2148716"/>
                  <a:pt x="0" y="2090987"/>
                </a:cubicBezTo>
                <a:lnTo>
                  <a:pt x="0" y="104528"/>
                </a:lnTo>
                <a:cubicBezTo>
                  <a:pt x="0" y="46799"/>
                  <a:pt x="46799" y="0"/>
                  <a:pt x="104528"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74" name="Text Placeholder 48">
            <a:extLst>
              <a:ext uri="{FF2B5EF4-FFF2-40B4-BE49-F238E27FC236}">
                <a16:creationId xmlns:a16="http://schemas.microsoft.com/office/drawing/2014/main" id="{C73F0E3B-0E2D-4A4E-A478-798C381790F7}"/>
              </a:ext>
            </a:extLst>
          </p:cNvPr>
          <p:cNvSpPr>
            <a:spLocks noGrp="1"/>
          </p:cNvSpPr>
          <p:nvPr>
            <p:ph type="body" sz="quarter" idx="25" hasCustomPrompt="1"/>
          </p:nvPr>
        </p:nvSpPr>
        <p:spPr>
          <a:xfrm>
            <a:off x="9121452" y="4152270"/>
            <a:ext cx="1150258" cy="1869122"/>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75" name="Title 1">
            <a:extLst>
              <a:ext uri="{FF2B5EF4-FFF2-40B4-BE49-F238E27FC236}">
                <a16:creationId xmlns:a16="http://schemas.microsoft.com/office/drawing/2014/main" id="{DF21845E-EA93-4FD8-981A-4DD46A12B62C}"/>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76" name="Straight Connector 75">
            <a:extLst>
              <a:ext uri="{FF2B5EF4-FFF2-40B4-BE49-F238E27FC236}">
                <a16:creationId xmlns:a16="http://schemas.microsoft.com/office/drawing/2014/main" id="{7F0F2FDD-0EB9-4E1F-ABCF-92081F1D68BD}"/>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88" name="Picture Placeholder 87">
            <a:extLst>
              <a:ext uri="{FF2B5EF4-FFF2-40B4-BE49-F238E27FC236}">
                <a16:creationId xmlns:a16="http://schemas.microsoft.com/office/drawing/2014/main" id="{231497BB-B355-4271-A469-AC3056F5D150}"/>
              </a:ext>
            </a:extLst>
          </p:cNvPr>
          <p:cNvSpPr>
            <a:spLocks noGrp="1" noChangeAspect="1"/>
          </p:cNvSpPr>
          <p:nvPr>
            <p:ph type="pic" sz="quarter" idx="28" hasCustomPrompt="1"/>
          </p:nvPr>
        </p:nvSpPr>
        <p:spPr>
          <a:xfrm>
            <a:off x="7608202"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89" name="Picture Placeholder 88">
            <a:extLst>
              <a:ext uri="{FF2B5EF4-FFF2-40B4-BE49-F238E27FC236}">
                <a16:creationId xmlns:a16="http://schemas.microsoft.com/office/drawing/2014/main" id="{748EBAAF-690A-415F-9035-D3B48692CDEA}"/>
              </a:ext>
            </a:extLst>
          </p:cNvPr>
          <p:cNvSpPr>
            <a:spLocks noGrp="1" noChangeAspect="1"/>
          </p:cNvSpPr>
          <p:nvPr>
            <p:ph type="pic" sz="quarter" idx="29" hasCustomPrompt="1"/>
          </p:nvPr>
        </p:nvSpPr>
        <p:spPr>
          <a:xfrm>
            <a:off x="10425684" y="1630363"/>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0" name="Picture Placeholder 89">
            <a:extLst>
              <a:ext uri="{FF2B5EF4-FFF2-40B4-BE49-F238E27FC236}">
                <a16:creationId xmlns:a16="http://schemas.microsoft.com/office/drawing/2014/main" id="{ED222160-73E2-419F-A55F-D537D95F5C41}"/>
              </a:ext>
            </a:extLst>
          </p:cNvPr>
          <p:cNvSpPr>
            <a:spLocks noGrp="1" noChangeAspect="1"/>
          </p:cNvSpPr>
          <p:nvPr>
            <p:ph type="pic" sz="quarter" idx="30" hasCustomPrompt="1"/>
          </p:nvPr>
        </p:nvSpPr>
        <p:spPr>
          <a:xfrm>
            <a:off x="2000822"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1" name="Picture Placeholder 90">
            <a:extLst>
              <a:ext uri="{FF2B5EF4-FFF2-40B4-BE49-F238E27FC236}">
                <a16:creationId xmlns:a16="http://schemas.microsoft.com/office/drawing/2014/main" id="{0F7DC294-8AE6-409F-B72D-34DEF00FF23E}"/>
              </a:ext>
            </a:extLst>
          </p:cNvPr>
          <p:cNvSpPr>
            <a:spLocks noGrp="1" noChangeAspect="1"/>
          </p:cNvSpPr>
          <p:nvPr>
            <p:ph type="pic" sz="quarter" idx="31" hasCustomPrompt="1"/>
          </p:nvPr>
        </p:nvSpPr>
        <p:spPr>
          <a:xfrm>
            <a:off x="4816400"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2" name="Picture Placeholder 91">
            <a:extLst>
              <a:ext uri="{FF2B5EF4-FFF2-40B4-BE49-F238E27FC236}">
                <a16:creationId xmlns:a16="http://schemas.microsoft.com/office/drawing/2014/main" id="{CA13FE95-260D-456A-A7E2-3313D7B9E9F4}"/>
              </a:ext>
            </a:extLst>
          </p:cNvPr>
          <p:cNvSpPr>
            <a:spLocks noGrp="1" noChangeAspect="1"/>
          </p:cNvSpPr>
          <p:nvPr>
            <p:ph type="pic" sz="quarter" idx="32" hasCustomPrompt="1"/>
          </p:nvPr>
        </p:nvSpPr>
        <p:spPr>
          <a:xfrm>
            <a:off x="7608202"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
        <p:nvSpPr>
          <p:cNvPr id="93" name="Picture Placeholder 92">
            <a:extLst>
              <a:ext uri="{FF2B5EF4-FFF2-40B4-BE49-F238E27FC236}">
                <a16:creationId xmlns:a16="http://schemas.microsoft.com/office/drawing/2014/main" id="{23795E9B-049A-4CBB-9FF2-A769B26F7518}"/>
              </a:ext>
            </a:extLst>
          </p:cNvPr>
          <p:cNvSpPr>
            <a:spLocks noGrp="1" noChangeAspect="1"/>
          </p:cNvSpPr>
          <p:nvPr>
            <p:ph type="pic" sz="quarter" idx="33" hasCustomPrompt="1"/>
          </p:nvPr>
        </p:nvSpPr>
        <p:spPr>
          <a:xfrm>
            <a:off x="10425684" y="3989074"/>
            <a:ext cx="1217041" cy="2195515"/>
          </a:xfrm>
          <a:custGeom>
            <a:avLst/>
            <a:gdLst>
              <a:gd name="connsiteX0" fmla="*/ 0 w 1217041"/>
              <a:gd name="connsiteY0" fmla="*/ 0 h 2195515"/>
              <a:gd name="connsiteX1" fmla="*/ 280416 w 1217041"/>
              <a:gd name="connsiteY1" fmla="*/ 0 h 2195515"/>
              <a:gd name="connsiteX2" fmla="*/ 832097 w 1217041"/>
              <a:gd name="connsiteY2" fmla="*/ 0 h 2195515"/>
              <a:gd name="connsiteX3" fmla="*/ 1112513 w 1217041"/>
              <a:gd name="connsiteY3" fmla="*/ 0 h 2195515"/>
              <a:gd name="connsiteX4" fmla="*/ 1217041 w 1217041"/>
              <a:gd name="connsiteY4" fmla="*/ 104528 h 2195515"/>
              <a:gd name="connsiteX5" fmla="*/ 1217041 w 1217041"/>
              <a:gd name="connsiteY5" fmla="*/ 2090987 h 2195515"/>
              <a:gd name="connsiteX6" fmla="*/ 1112513 w 1217041"/>
              <a:gd name="connsiteY6" fmla="*/ 2195515 h 2195515"/>
              <a:gd name="connsiteX7" fmla="*/ 832097 w 1217041"/>
              <a:gd name="connsiteY7" fmla="*/ 2195515 h 2195515"/>
              <a:gd name="connsiteX8" fmla="*/ 280416 w 1217041"/>
              <a:gd name="connsiteY8" fmla="*/ 2195515 h 2195515"/>
              <a:gd name="connsiteX9" fmla="*/ 0 w 1217041"/>
              <a:gd name="connsiteY9" fmla="*/ 2195515 h 21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041" h="2195515">
                <a:moveTo>
                  <a:pt x="0" y="0"/>
                </a:moveTo>
                <a:lnTo>
                  <a:pt x="280416" y="0"/>
                </a:lnTo>
                <a:lnTo>
                  <a:pt x="832097" y="0"/>
                </a:lnTo>
                <a:lnTo>
                  <a:pt x="1112513" y="0"/>
                </a:lnTo>
                <a:cubicBezTo>
                  <a:pt x="1170242" y="0"/>
                  <a:pt x="1217041" y="46799"/>
                  <a:pt x="1217041" y="104528"/>
                </a:cubicBezTo>
                <a:lnTo>
                  <a:pt x="1217041" y="2090987"/>
                </a:lnTo>
                <a:cubicBezTo>
                  <a:pt x="1217041" y="2148716"/>
                  <a:pt x="1170242" y="2195515"/>
                  <a:pt x="1112513" y="2195515"/>
                </a:cubicBezTo>
                <a:lnTo>
                  <a:pt x="832097" y="2195515"/>
                </a:lnTo>
                <a:lnTo>
                  <a:pt x="280416" y="2195515"/>
                </a:lnTo>
                <a:lnTo>
                  <a:pt x="0" y="2195515"/>
                </a:lnTo>
                <a:close/>
              </a:path>
            </a:pathLst>
          </a:custGeom>
          <a:solidFill>
            <a:schemeClr val="accent5"/>
          </a:solidFill>
        </p:spPr>
        <p:txBody>
          <a:bodyPr wrap="square" anchor="ctr">
            <a:noAutofit/>
          </a:bodyPr>
          <a:lstStyle>
            <a:lvl1pPr algn="ctr">
              <a:defRPr sz="1000" b="0"/>
            </a:lvl1pPr>
          </a:lstStyle>
          <a:p>
            <a:r>
              <a:rPr lang="en-GB"/>
              <a:t>CS image here</a:t>
            </a:r>
          </a:p>
        </p:txBody>
      </p:sp>
    </p:spTree>
    <p:extLst>
      <p:ext uri="{BB962C8B-B14F-4D97-AF65-F5344CB8AC3E}">
        <p14:creationId xmlns:p14="http://schemas.microsoft.com/office/powerpoint/2010/main" val="319775481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ighlights of our work 3x3">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D4FD8C0F-A2E1-4175-B0EA-9D41952AE502}"/>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24" name="Straight Connector 23">
            <a:extLst>
              <a:ext uri="{FF2B5EF4-FFF2-40B4-BE49-F238E27FC236}">
                <a16:creationId xmlns:a16="http://schemas.microsoft.com/office/drawing/2014/main" id="{07C11DAB-AB70-4C91-B31A-9624E311870A}"/>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E995A02E-2C22-4BE6-97A0-FD799B0B8CE5}"/>
              </a:ext>
            </a:extLst>
          </p:cNvPr>
          <p:cNvSpPr/>
          <p:nvPr userDrawn="1"/>
        </p:nvSpPr>
        <p:spPr>
          <a:xfrm flipH="1">
            <a:off x="552449" y="1630362"/>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2" name="Text Placeholder 48">
            <a:extLst>
              <a:ext uri="{FF2B5EF4-FFF2-40B4-BE49-F238E27FC236}">
                <a16:creationId xmlns:a16="http://schemas.microsoft.com/office/drawing/2014/main" id="{A40F23B4-14A3-4E04-928D-15ABC36C1A49}"/>
              </a:ext>
            </a:extLst>
          </p:cNvPr>
          <p:cNvSpPr>
            <a:spLocks noGrp="1"/>
          </p:cNvSpPr>
          <p:nvPr>
            <p:ph type="body" sz="quarter" idx="11" hasCustomPrompt="1"/>
          </p:nvPr>
        </p:nvSpPr>
        <p:spPr>
          <a:xfrm>
            <a:off x="657862" y="1754632"/>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75" name="Picture Placeholder 74">
            <a:extLst>
              <a:ext uri="{FF2B5EF4-FFF2-40B4-BE49-F238E27FC236}">
                <a16:creationId xmlns:a16="http://schemas.microsoft.com/office/drawing/2014/main" id="{2FFB3B21-27E0-420B-93E9-5480D9BB26F7}"/>
              </a:ext>
            </a:extLst>
          </p:cNvPr>
          <p:cNvSpPr>
            <a:spLocks noGrp="1"/>
          </p:cNvSpPr>
          <p:nvPr>
            <p:ph type="pic" sz="quarter" idx="59" hasCustomPrompt="1"/>
          </p:nvPr>
        </p:nvSpPr>
        <p:spPr>
          <a:xfrm>
            <a:off x="2266633" y="1630363"/>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76" name="Freeform: Shape 75">
            <a:extLst>
              <a:ext uri="{FF2B5EF4-FFF2-40B4-BE49-F238E27FC236}">
                <a16:creationId xmlns:a16="http://schemas.microsoft.com/office/drawing/2014/main" id="{3D41B089-617F-4E27-9FD7-38FA8B7A4FDA}"/>
              </a:ext>
            </a:extLst>
          </p:cNvPr>
          <p:cNvSpPr/>
          <p:nvPr userDrawn="1"/>
        </p:nvSpPr>
        <p:spPr>
          <a:xfrm flipH="1">
            <a:off x="4298125" y="1630362"/>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77" name="Text Placeholder 48">
            <a:extLst>
              <a:ext uri="{FF2B5EF4-FFF2-40B4-BE49-F238E27FC236}">
                <a16:creationId xmlns:a16="http://schemas.microsoft.com/office/drawing/2014/main" id="{5CA431EE-DE37-4AE4-924E-3675A47F71F9}"/>
              </a:ext>
            </a:extLst>
          </p:cNvPr>
          <p:cNvSpPr>
            <a:spLocks noGrp="1"/>
          </p:cNvSpPr>
          <p:nvPr>
            <p:ph type="body" sz="quarter" idx="60" hasCustomPrompt="1"/>
          </p:nvPr>
        </p:nvSpPr>
        <p:spPr>
          <a:xfrm>
            <a:off x="4403538" y="1754632"/>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78" name="Picture Placeholder 77">
            <a:extLst>
              <a:ext uri="{FF2B5EF4-FFF2-40B4-BE49-F238E27FC236}">
                <a16:creationId xmlns:a16="http://schemas.microsoft.com/office/drawing/2014/main" id="{EFB78DDC-1C88-416B-9769-3A65B94A15D0}"/>
              </a:ext>
            </a:extLst>
          </p:cNvPr>
          <p:cNvSpPr>
            <a:spLocks noGrp="1"/>
          </p:cNvSpPr>
          <p:nvPr>
            <p:ph type="pic" sz="quarter" idx="61" hasCustomPrompt="1"/>
          </p:nvPr>
        </p:nvSpPr>
        <p:spPr>
          <a:xfrm>
            <a:off x="6012309" y="1630363"/>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79" name="Freeform: Shape 78">
            <a:extLst>
              <a:ext uri="{FF2B5EF4-FFF2-40B4-BE49-F238E27FC236}">
                <a16:creationId xmlns:a16="http://schemas.microsoft.com/office/drawing/2014/main" id="{A06F32B8-220A-4CC2-89FF-74178197C110}"/>
              </a:ext>
            </a:extLst>
          </p:cNvPr>
          <p:cNvSpPr/>
          <p:nvPr userDrawn="1"/>
        </p:nvSpPr>
        <p:spPr>
          <a:xfrm flipH="1">
            <a:off x="8043801" y="1630362"/>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0" name="Text Placeholder 48">
            <a:extLst>
              <a:ext uri="{FF2B5EF4-FFF2-40B4-BE49-F238E27FC236}">
                <a16:creationId xmlns:a16="http://schemas.microsoft.com/office/drawing/2014/main" id="{773E2874-C6B7-46CF-873B-D3441014368E}"/>
              </a:ext>
            </a:extLst>
          </p:cNvPr>
          <p:cNvSpPr>
            <a:spLocks noGrp="1"/>
          </p:cNvSpPr>
          <p:nvPr>
            <p:ph type="body" sz="quarter" idx="62" hasCustomPrompt="1"/>
          </p:nvPr>
        </p:nvSpPr>
        <p:spPr>
          <a:xfrm>
            <a:off x="8149214" y="1754632"/>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81" name="Picture Placeholder 80">
            <a:extLst>
              <a:ext uri="{FF2B5EF4-FFF2-40B4-BE49-F238E27FC236}">
                <a16:creationId xmlns:a16="http://schemas.microsoft.com/office/drawing/2014/main" id="{2084AE6F-A82C-4036-A06E-7AE9A3CAD1B1}"/>
              </a:ext>
            </a:extLst>
          </p:cNvPr>
          <p:cNvSpPr>
            <a:spLocks noGrp="1"/>
          </p:cNvSpPr>
          <p:nvPr>
            <p:ph type="pic" sz="quarter" idx="63" hasCustomPrompt="1"/>
          </p:nvPr>
        </p:nvSpPr>
        <p:spPr>
          <a:xfrm>
            <a:off x="9757985" y="1630363"/>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2" name="Freeform: Shape 81">
            <a:extLst>
              <a:ext uri="{FF2B5EF4-FFF2-40B4-BE49-F238E27FC236}">
                <a16:creationId xmlns:a16="http://schemas.microsoft.com/office/drawing/2014/main" id="{8D098917-081F-4354-8234-1C19086959A3}"/>
              </a:ext>
            </a:extLst>
          </p:cNvPr>
          <p:cNvSpPr/>
          <p:nvPr userDrawn="1"/>
        </p:nvSpPr>
        <p:spPr>
          <a:xfrm flipH="1">
            <a:off x="552449" y="320604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3" name="Text Placeholder 48">
            <a:extLst>
              <a:ext uri="{FF2B5EF4-FFF2-40B4-BE49-F238E27FC236}">
                <a16:creationId xmlns:a16="http://schemas.microsoft.com/office/drawing/2014/main" id="{81940A38-A938-41EA-ADF4-0322F50FDF49}"/>
              </a:ext>
            </a:extLst>
          </p:cNvPr>
          <p:cNvSpPr>
            <a:spLocks noGrp="1"/>
          </p:cNvSpPr>
          <p:nvPr>
            <p:ph type="body" sz="quarter" idx="64" hasCustomPrompt="1"/>
          </p:nvPr>
        </p:nvSpPr>
        <p:spPr>
          <a:xfrm>
            <a:off x="657862" y="333031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84" name="Picture Placeholder 83">
            <a:extLst>
              <a:ext uri="{FF2B5EF4-FFF2-40B4-BE49-F238E27FC236}">
                <a16:creationId xmlns:a16="http://schemas.microsoft.com/office/drawing/2014/main" id="{9B3A8624-B87E-4F26-A7E4-606C6FF2D149}"/>
              </a:ext>
            </a:extLst>
          </p:cNvPr>
          <p:cNvSpPr>
            <a:spLocks noGrp="1"/>
          </p:cNvSpPr>
          <p:nvPr>
            <p:ph type="pic" sz="quarter" idx="65" hasCustomPrompt="1"/>
          </p:nvPr>
        </p:nvSpPr>
        <p:spPr>
          <a:xfrm>
            <a:off x="2266633" y="320604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5" name="Freeform: Shape 84">
            <a:extLst>
              <a:ext uri="{FF2B5EF4-FFF2-40B4-BE49-F238E27FC236}">
                <a16:creationId xmlns:a16="http://schemas.microsoft.com/office/drawing/2014/main" id="{F88E3FA5-5485-40D0-887B-E9D4F282112F}"/>
              </a:ext>
            </a:extLst>
          </p:cNvPr>
          <p:cNvSpPr/>
          <p:nvPr userDrawn="1"/>
        </p:nvSpPr>
        <p:spPr>
          <a:xfrm flipH="1">
            <a:off x="4298125" y="320604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6" name="Text Placeholder 48">
            <a:extLst>
              <a:ext uri="{FF2B5EF4-FFF2-40B4-BE49-F238E27FC236}">
                <a16:creationId xmlns:a16="http://schemas.microsoft.com/office/drawing/2014/main" id="{BAB8058B-94CA-46A8-8177-3D23CC4B0B44}"/>
              </a:ext>
            </a:extLst>
          </p:cNvPr>
          <p:cNvSpPr>
            <a:spLocks noGrp="1"/>
          </p:cNvSpPr>
          <p:nvPr>
            <p:ph type="body" sz="quarter" idx="66" hasCustomPrompt="1"/>
          </p:nvPr>
        </p:nvSpPr>
        <p:spPr>
          <a:xfrm>
            <a:off x="4403538" y="333031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87" name="Picture Placeholder 86">
            <a:extLst>
              <a:ext uri="{FF2B5EF4-FFF2-40B4-BE49-F238E27FC236}">
                <a16:creationId xmlns:a16="http://schemas.microsoft.com/office/drawing/2014/main" id="{796B6A7E-ACE9-43C4-839F-D05405480001}"/>
              </a:ext>
            </a:extLst>
          </p:cNvPr>
          <p:cNvSpPr>
            <a:spLocks noGrp="1"/>
          </p:cNvSpPr>
          <p:nvPr>
            <p:ph type="pic" sz="quarter" idx="67" hasCustomPrompt="1"/>
          </p:nvPr>
        </p:nvSpPr>
        <p:spPr>
          <a:xfrm>
            <a:off x="6012309" y="320604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8" name="Freeform: Shape 87">
            <a:extLst>
              <a:ext uri="{FF2B5EF4-FFF2-40B4-BE49-F238E27FC236}">
                <a16:creationId xmlns:a16="http://schemas.microsoft.com/office/drawing/2014/main" id="{856CBE8E-B510-4763-B8C6-30593384778D}"/>
              </a:ext>
            </a:extLst>
          </p:cNvPr>
          <p:cNvSpPr/>
          <p:nvPr userDrawn="1"/>
        </p:nvSpPr>
        <p:spPr>
          <a:xfrm flipH="1">
            <a:off x="8043801" y="320604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9" name="Text Placeholder 48">
            <a:extLst>
              <a:ext uri="{FF2B5EF4-FFF2-40B4-BE49-F238E27FC236}">
                <a16:creationId xmlns:a16="http://schemas.microsoft.com/office/drawing/2014/main" id="{6F7756B7-32B9-4CB1-AFB8-9A2615BC521D}"/>
              </a:ext>
            </a:extLst>
          </p:cNvPr>
          <p:cNvSpPr>
            <a:spLocks noGrp="1"/>
          </p:cNvSpPr>
          <p:nvPr>
            <p:ph type="body" sz="quarter" idx="68" hasCustomPrompt="1"/>
          </p:nvPr>
        </p:nvSpPr>
        <p:spPr>
          <a:xfrm>
            <a:off x="8149214" y="333031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90" name="Picture Placeholder 89">
            <a:extLst>
              <a:ext uri="{FF2B5EF4-FFF2-40B4-BE49-F238E27FC236}">
                <a16:creationId xmlns:a16="http://schemas.microsoft.com/office/drawing/2014/main" id="{7DD1FCB5-20ED-4229-887E-F9A938FCDE4D}"/>
              </a:ext>
            </a:extLst>
          </p:cNvPr>
          <p:cNvSpPr>
            <a:spLocks noGrp="1"/>
          </p:cNvSpPr>
          <p:nvPr>
            <p:ph type="pic" sz="quarter" idx="69" hasCustomPrompt="1"/>
          </p:nvPr>
        </p:nvSpPr>
        <p:spPr>
          <a:xfrm>
            <a:off x="9757985" y="320604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1" name="Freeform: Shape 90">
            <a:extLst>
              <a:ext uri="{FF2B5EF4-FFF2-40B4-BE49-F238E27FC236}">
                <a16:creationId xmlns:a16="http://schemas.microsoft.com/office/drawing/2014/main" id="{4C398AA6-92F2-4F01-9B0F-E9BA2DC9B908}"/>
              </a:ext>
            </a:extLst>
          </p:cNvPr>
          <p:cNvSpPr/>
          <p:nvPr userDrawn="1"/>
        </p:nvSpPr>
        <p:spPr>
          <a:xfrm flipH="1">
            <a:off x="552449" y="478172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92" name="Text Placeholder 48">
            <a:extLst>
              <a:ext uri="{FF2B5EF4-FFF2-40B4-BE49-F238E27FC236}">
                <a16:creationId xmlns:a16="http://schemas.microsoft.com/office/drawing/2014/main" id="{96321074-E91D-46BD-B501-B9EBE993A34E}"/>
              </a:ext>
            </a:extLst>
          </p:cNvPr>
          <p:cNvSpPr>
            <a:spLocks noGrp="1"/>
          </p:cNvSpPr>
          <p:nvPr>
            <p:ph type="body" sz="quarter" idx="70" hasCustomPrompt="1"/>
          </p:nvPr>
        </p:nvSpPr>
        <p:spPr>
          <a:xfrm>
            <a:off x="657862" y="490599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93" name="Picture Placeholder 92">
            <a:extLst>
              <a:ext uri="{FF2B5EF4-FFF2-40B4-BE49-F238E27FC236}">
                <a16:creationId xmlns:a16="http://schemas.microsoft.com/office/drawing/2014/main" id="{31952B9D-3239-4612-9C0A-BD13019D8594}"/>
              </a:ext>
            </a:extLst>
          </p:cNvPr>
          <p:cNvSpPr>
            <a:spLocks noGrp="1"/>
          </p:cNvSpPr>
          <p:nvPr>
            <p:ph type="pic" sz="quarter" idx="71" hasCustomPrompt="1"/>
          </p:nvPr>
        </p:nvSpPr>
        <p:spPr>
          <a:xfrm>
            <a:off x="2266633" y="478172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4" name="Freeform: Shape 93">
            <a:extLst>
              <a:ext uri="{FF2B5EF4-FFF2-40B4-BE49-F238E27FC236}">
                <a16:creationId xmlns:a16="http://schemas.microsoft.com/office/drawing/2014/main" id="{84098359-8B78-436F-A4DE-56E597BC25A9}"/>
              </a:ext>
            </a:extLst>
          </p:cNvPr>
          <p:cNvSpPr/>
          <p:nvPr userDrawn="1"/>
        </p:nvSpPr>
        <p:spPr>
          <a:xfrm flipH="1">
            <a:off x="4298125" y="478172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95" name="Text Placeholder 48">
            <a:extLst>
              <a:ext uri="{FF2B5EF4-FFF2-40B4-BE49-F238E27FC236}">
                <a16:creationId xmlns:a16="http://schemas.microsoft.com/office/drawing/2014/main" id="{CC78ECDB-6352-42AC-9B98-9BE2B342FA9A}"/>
              </a:ext>
            </a:extLst>
          </p:cNvPr>
          <p:cNvSpPr>
            <a:spLocks noGrp="1"/>
          </p:cNvSpPr>
          <p:nvPr>
            <p:ph type="body" sz="quarter" idx="72" hasCustomPrompt="1"/>
          </p:nvPr>
        </p:nvSpPr>
        <p:spPr>
          <a:xfrm>
            <a:off x="4403538" y="490599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96" name="Picture Placeholder 95">
            <a:extLst>
              <a:ext uri="{FF2B5EF4-FFF2-40B4-BE49-F238E27FC236}">
                <a16:creationId xmlns:a16="http://schemas.microsoft.com/office/drawing/2014/main" id="{ABC80AA4-C739-45DF-AB5C-6B0FE9D62782}"/>
              </a:ext>
            </a:extLst>
          </p:cNvPr>
          <p:cNvSpPr>
            <a:spLocks noGrp="1"/>
          </p:cNvSpPr>
          <p:nvPr>
            <p:ph type="pic" sz="quarter" idx="73" hasCustomPrompt="1"/>
          </p:nvPr>
        </p:nvSpPr>
        <p:spPr>
          <a:xfrm>
            <a:off x="6012309" y="478172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7" name="Freeform: Shape 96">
            <a:extLst>
              <a:ext uri="{FF2B5EF4-FFF2-40B4-BE49-F238E27FC236}">
                <a16:creationId xmlns:a16="http://schemas.microsoft.com/office/drawing/2014/main" id="{50510BFB-3357-44D2-A994-1EE41361D32F}"/>
              </a:ext>
            </a:extLst>
          </p:cNvPr>
          <p:cNvSpPr/>
          <p:nvPr userDrawn="1"/>
        </p:nvSpPr>
        <p:spPr>
          <a:xfrm flipH="1">
            <a:off x="8043801" y="478172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98" name="Text Placeholder 48">
            <a:extLst>
              <a:ext uri="{FF2B5EF4-FFF2-40B4-BE49-F238E27FC236}">
                <a16:creationId xmlns:a16="http://schemas.microsoft.com/office/drawing/2014/main" id="{2FBD423A-D670-4284-9973-07AC75B45B70}"/>
              </a:ext>
            </a:extLst>
          </p:cNvPr>
          <p:cNvSpPr>
            <a:spLocks noGrp="1"/>
          </p:cNvSpPr>
          <p:nvPr>
            <p:ph type="body" sz="quarter" idx="74" hasCustomPrompt="1"/>
          </p:nvPr>
        </p:nvSpPr>
        <p:spPr>
          <a:xfrm>
            <a:off x="8149214" y="490599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99" name="Picture Placeholder 98">
            <a:extLst>
              <a:ext uri="{FF2B5EF4-FFF2-40B4-BE49-F238E27FC236}">
                <a16:creationId xmlns:a16="http://schemas.microsoft.com/office/drawing/2014/main" id="{5699DB29-6D21-4EE9-BBED-08501C255B23}"/>
              </a:ext>
            </a:extLst>
          </p:cNvPr>
          <p:cNvSpPr>
            <a:spLocks noGrp="1"/>
          </p:cNvSpPr>
          <p:nvPr>
            <p:ph type="pic" sz="quarter" idx="75" hasCustomPrompt="1"/>
          </p:nvPr>
        </p:nvSpPr>
        <p:spPr>
          <a:xfrm>
            <a:off x="9757985" y="478172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Tree>
    <p:extLst>
      <p:ext uri="{BB962C8B-B14F-4D97-AF65-F5344CB8AC3E}">
        <p14:creationId xmlns:p14="http://schemas.microsoft.com/office/powerpoint/2010/main" val="316233213"/>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ighlights of our work 3x3 - Dark">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D4FD8C0F-A2E1-4175-B0EA-9D41952AE502}"/>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24" name="Straight Connector 23">
            <a:extLst>
              <a:ext uri="{FF2B5EF4-FFF2-40B4-BE49-F238E27FC236}">
                <a16:creationId xmlns:a16="http://schemas.microsoft.com/office/drawing/2014/main" id="{07C11DAB-AB70-4C91-B31A-9624E311870A}"/>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E995A02E-2C22-4BE6-97A0-FD799B0B8CE5}"/>
              </a:ext>
            </a:extLst>
          </p:cNvPr>
          <p:cNvSpPr/>
          <p:nvPr userDrawn="1"/>
        </p:nvSpPr>
        <p:spPr>
          <a:xfrm flipH="1">
            <a:off x="552449" y="1630362"/>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52" name="Text Placeholder 48">
            <a:extLst>
              <a:ext uri="{FF2B5EF4-FFF2-40B4-BE49-F238E27FC236}">
                <a16:creationId xmlns:a16="http://schemas.microsoft.com/office/drawing/2014/main" id="{A40F23B4-14A3-4E04-928D-15ABC36C1A49}"/>
              </a:ext>
            </a:extLst>
          </p:cNvPr>
          <p:cNvSpPr>
            <a:spLocks noGrp="1"/>
          </p:cNvSpPr>
          <p:nvPr>
            <p:ph type="body" sz="quarter" idx="11" hasCustomPrompt="1"/>
          </p:nvPr>
        </p:nvSpPr>
        <p:spPr>
          <a:xfrm>
            <a:off x="657862" y="1754632"/>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75" name="Picture Placeholder 74">
            <a:extLst>
              <a:ext uri="{FF2B5EF4-FFF2-40B4-BE49-F238E27FC236}">
                <a16:creationId xmlns:a16="http://schemas.microsoft.com/office/drawing/2014/main" id="{2FFB3B21-27E0-420B-93E9-5480D9BB26F7}"/>
              </a:ext>
            </a:extLst>
          </p:cNvPr>
          <p:cNvSpPr>
            <a:spLocks noGrp="1"/>
          </p:cNvSpPr>
          <p:nvPr>
            <p:ph type="pic" sz="quarter" idx="59" hasCustomPrompt="1"/>
          </p:nvPr>
        </p:nvSpPr>
        <p:spPr>
          <a:xfrm>
            <a:off x="2266633" y="1630363"/>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76" name="Freeform: Shape 75">
            <a:extLst>
              <a:ext uri="{FF2B5EF4-FFF2-40B4-BE49-F238E27FC236}">
                <a16:creationId xmlns:a16="http://schemas.microsoft.com/office/drawing/2014/main" id="{3D41B089-617F-4E27-9FD7-38FA8B7A4FDA}"/>
              </a:ext>
            </a:extLst>
          </p:cNvPr>
          <p:cNvSpPr/>
          <p:nvPr userDrawn="1"/>
        </p:nvSpPr>
        <p:spPr>
          <a:xfrm flipH="1">
            <a:off x="4298125" y="1630362"/>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77" name="Text Placeholder 48">
            <a:extLst>
              <a:ext uri="{FF2B5EF4-FFF2-40B4-BE49-F238E27FC236}">
                <a16:creationId xmlns:a16="http://schemas.microsoft.com/office/drawing/2014/main" id="{5CA431EE-DE37-4AE4-924E-3675A47F71F9}"/>
              </a:ext>
            </a:extLst>
          </p:cNvPr>
          <p:cNvSpPr>
            <a:spLocks noGrp="1"/>
          </p:cNvSpPr>
          <p:nvPr>
            <p:ph type="body" sz="quarter" idx="60" hasCustomPrompt="1"/>
          </p:nvPr>
        </p:nvSpPr>
        <p:spPr>
          <a:xfrm>
            <a:off x="4403538" y="1754632"/>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78" name="Picture Placeholder 77">
            <a:extLst>
              <a:ext uri="{FF2B5EF4-FFF2-40B4-BE49-F238E27FC236}">
                <a16:creationId xmlns:a16="http://schemas.microsoft.com/office/drawing/2014/main" id="{EFB78DDC-1C88-416B-9769-3A65B94A15D0}"/>
              </a:ext>
            </a:extLst>
          </p:cNvPr>
          <p:cNvSpPr>
            <a:spLocks noGrp="1"/>
          </p:cNvSpPr>
          <p:nvPr>
            <p:ph type="pic" sz="quarter" idx="61" hasCustomPrompt="1"/>
          </p:nvPr>
        </p:nvSpPr>
        <p:spPr>
          <a:xfrm>
            <a:off x="6012309" y="1630363"/>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79" name="Freeform: Shape 78">
            <a:extLst>
              <a:ext uri="{FF2B5EF4-FFF2-40B4-BE49-F238E27FC236}">
                <a16:creationId xmlns:a16="http://schemas.microsoft.com/office/drawing/2014/main" id="{A06F32B8-220A-4CC2-89FF-74178197C110}"/>
              </a:ext>
            </a:extLst>
          </p:cNvPr>
          <p:cNvSpPr/>
          <p:nvPr userDrawn="1"/>
        </p:nvSpPr>
        <p:spPr>
          <a:xfrm flipH="1">
            <a:off x="8043801" y="1630362"/>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0" name="Text Placeholder 48">
            <a:extLst>
              <a:ext uri="{FF2B5EF4-FFF2-40B4-BE49-F238E27FC236}">
                <a16:creationId xmlns:a16="http://schemas.microsoft.com/office/drawing/2014/main" id="{773E2874-C6B7-46CF-873B-D3441014368E}"/>
              </a:ext>
            </a:extLst>
          </p:cNvPr>
          <p:cNvSpPr>
            <a:spLocks noGrp="1"/>
          </p:cNvSpPr>
          <p:nvPr>
            <p:ph type="body" sz="quarter" idx="62" hasCustomPrompt="1"/>
          </p:nvPr>
        </p:nvSpPr>
        <p:spPr>
          <a:xfrm>
            <a:off x="8149214" y="1754632"/>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81" name="Picture Placeholder 80">
            <a:extLst>
              <a:ext uri="{FF2B5EF4-FFF2-40B4-BE49-F238E27FC236}">
                <a16:creationId xmlns:a16="http://schemas.microsoft.com/office/drawing/2014/main" id="{2084AE6F-A82C-4036-A06E-7AE9A3CAD1B1}"/>
              </a:ext>
            </a:extLst>
          </p:cNvPr>
          <p:cNvSpPr>
            <a:spLocks noGrp="1"/>
          </p:cNvSpPr>
          <p:nvPr>
            <p:ph type="pic" sz="quarter" idx="63" hasCustomPrompt="1"/>
          </p:nvPr>
        </p:nvSpPr>
        <p:spPr>
          <a:xfrm>
            <a:off x="9757985" y="1630363"/>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2" name="Freeform: Shape 81">
            <a:extLst>
              <a:ext uri="{FF2B5EF4-FFF2-40B4-BE49-F238E27FC236}">
                <a16:creationId xmlns:a16="http://schemas.microsoft.com/office/drawing/2014/main" id="{8D098917-081F-4354-8234-1C19086959A3}"/>
              </a:ext>
            </a:extLst>
          </p:cNvPr>
          <p:cNvSpPr/>
          <p:nvPr userDrawn="1"/>
        </p:nvSpPr>
        <p:spPr>
          <a:xfrm flipH="1">
            <a:off x="552449" y="320604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3" name="Text Placeholder 48">
            <a:extLst>
              <a:ext uri="{FF2B5EF4-FFF2-40B4-BE49-F238E27FC236}">
                <a16:creationId xmlns:a16="http://schemas.microsoft.com/office/drawing/2014/main" id="{81940A38-A938-41EA-ADF4-0322F50FDF49}"/>
              </a:ext>
            </a:extLst>
          </p:cNvPr>
          <p:cNvSpPr>
            <a:spLocks noGrp="1"/>
          </p:cNvSpPr>
          <p:nvPr>
            <p:ph type="body" sz="quarter" idx="64" hasCustomPrompt="1"/>
          </p:nvPr>
        </p:nvSpPr>
        <p:spPr>
          <a:xfrm>
            <a:off x="657862" y="333031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84" name="Picture Placeholder 83">
            <a:extLst>
              <a:ext uri="{FF2B5EF4-FFF2-40B4-BE49-F238E27FC236}">
                <a16:creationId xmlns:a16="http://schemas.microsoft.com/office/drawing/2014/main" id="{9B3A8624-B87E-4F26-A7E4-606C6FF2D149}"/>
              </a:ext>
            </a:extLst>
          </p:cNvPr>
          <p:cNvSpPr>
            <a:spLocks noGrp="1"/>
          </p:cNvSpPr>
          <p:nvPr>
            <p:ph type="pic" sz="quarter" idx="65" hasCustomPrompt="1"/>
          </p:nvPr>
        </p:nvSpPr>
        <p:spPr>
          <a:xfrm>
            <a:off x="2266633" y="320604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5" name="Freeform: Shape 84">
            <a:extLst>
              <a:ext uri="{FF2B5EF4-FFF2-40B4-BE49-F238E27FC236}">
                <a16:creationId xmlns:a16="http://schemas.microsoft.com/office/drawing/2014/main" id="{F88E3FA5-5485-40D0-887B-E9D4F282112F}"/>
              </a:ext>
            </a:extLst>
          </p:cNvPr>
          <p:cNvSpPr/>
          <p:nvPr userDrawn="1"/>
        </p:nvSpPr>
        <p:spPr>
          <a:xfrm flipH="1">
            <a:off x="4298125" y="320604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6" name="Text Placeholder 48">
            <a:extLst>
              <a:ext uri="{FF2B5EF4-FFF2-40B4-BE49-F238E27FC236}">
                <a16:creationId xmlns:a16="http://schemas.microsoft.com/office/drawing/2014/main" id="{BAB8058B-94CA-46A8-8177-3D23CC4B0B44}"/>
              </a:ext>
            </a:extLst>
          </p:cNvPr>
          <p:cNvSpPr>
            <a:spLocks noGrp="1"/>
          </p:cNvSpPr>
          <p:nvPr>
            <p:ph type="body" sz="quarter" idx="66" hasCustomPrompt="1"/>
          </p:nvPr>
        </p:nvSpPr>
        <p:spPr>
          <a:xfrm>
            <a:off x="4403538" y="333031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87" name="Picture Placeholder 86">
            <a:extLst>
              <a:ext uri="{FF2B5EF4-FFF2-40B4-BE49-F238E27FC236}">
                <a16:creationId xmlns:a16="http://schemas.microsoft.com/office/drawing/2014/main" id="{796B6A7E-ACE9-43C4-839F-D05405480001}"/>
              </a:ext>
            </a:extLst>
          </p:cNvPr>
          <p:cNvSpPr>
            <a:spLocks noGrp="1"/>
          </p:cNvSpPr>
          <p:nvPr>
            <p:ph type="pic" sz="quarter" idx="67" hasCustomPrompt="1"/>
          </p:nvPr>
        </p:nvSpPr>
        <p:spPr>
          <a:xfrm>
            <a:off x="6012309" y="320604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8" name="Freeform: Shape 87">
            <a:extLst>
              <a:ext uri="{FF2B5EF4-FFF2-40B4-BE49-F238E27FC236}">
                <a16:creationId xmlns:a16="http://schemas.microsoft.com/office/drawing/2014/main" id="{856CBE8E-B510-4763-B8C6-30593384778D}"/>
              </a:ext>
            </a:extLst>
          </p:cNvPr>
          <p:cNvSpPr/>
          <p:nvPr userDrawn="1"/>
        </p:nvSpPr>
        <p:spPr>
          <a:xfrm flipH="1">
            <a:off x="8043801" y="320604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89" name="Text Placeholder 48">
            <a:extLst>
              <a:ext uri="{FF2B5EF4-FFF2-40B4-BE49-F238E27FC236}">
                <a16:creationId xmlns:a16="http://schemas.microsoft.com/office/drawing/2014/main" id="{6F7756B7-32B9-4CB1-AFB8-9A2615BC521D}"/>
              </a:ext>
            </a:extLst>
          </p:cNvPr>
          <p:cNvSpPr>
            <a:spLocks noGrp="1"/>
          </p:cNvSpPr>
          <p:nvPr>
            <p:ph type="body" sz="quarter" idx="68" hasCustomPrompt="1"/>
          </p:nvPr>
        </p:nvSpPr>
        <p:spPr>
          <a:xfrm>
            <a:off x="8149214" y="333031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90" name="Picture Placeholder 89">
            <a:extLst>
              <a:ext uri="{FF2B5EF4-FFF2-40B4-BE49-F238E27FC236}">
                <a16:creationId xmlns:a16="http://schemas.microsoft.com/office/drawing/2014/main" id="{7DD1FCB5-20ED-4229-887E-F9A938FCDE4D}"/>
              </a:ext>
            </a:extLst>
          </p:cNvPr>
          <p:cNvSpPr>
            <a:spLocks noGrp="1"/>
          </p:cNvSpPr>
          <p:nvPr>
            <p:ph type="pic" sz="quarter" idx="69" hasCustomPrompt="1"/>
          </p:nvPr>
        </p:nvSpPr>
        <p:spPr>
          <a:xfrm>
            <a:off x="9757985" y="320604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1" name="Freeform: Shape 90">
            <a:extLst>
              <a:ext uri="{FF2B5EF4-FFF2-40B4-BE49-F238E27FC236}">
                <a16:creationId xmlns:a16="http://schemas.microsoft.com/office/drawing/2014/main" id="{4C398AA6-92F2-4F01-9B0F-E9BA2DC9B908}"/>
              </a:ext>
            </a:extLst>
          </p:cNvPr>
          <p:cNvSpPr/>
          <p:nvPr userDrawn="1"/>
        </p:nvSpPr>
        <p:spPr>
          <a:xfrm flipH="1">
            <a:off x="552449" y="478172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92" name="Text Placeholder 48">
            <a:extLst>
              <a:ext uri="{FF2B5EF4-FFF2-40B4-BE49-F238E27FC236}">
                <a16:creationId xmlns:a16="http://schemas.microsoft.com/office/drawing/2014/main" id="{96321074-E91D-46BD-B501-B9EBE993A34E}"/>
              </a:ext>
            </a:extLst>
          </p:cNvPr>
          <p:cNvSpPr>
            <a:spLocks noGrp="1"/>
          </p:cNvSpPr>
          <p:nvPr>
            <p:ph type="body" sz="quarter" idx="70" hasCustomPrompt="1"/>
          </p:nvPr>
        </p:nvSpPr>
        <p:spPr>
          <a:xfrm>
            <a:off x="657862" y="490599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93" name="Picture Placeholder 92">
            <a:extLst>
              <a:ext uri="{FF2B5EF4-FFF2-40B4-BE49-F238E27FC236}">
                <a16:creationId xmlns:a16="http://schemas.microsoft.com/office/drawing/2014/main" id="{31952B9D-3239-4612-9C0A-BD13019D8594}"/>
              </a:ext>
            </a:extLst>
          </p:cNvPr>
          <p:cNvSpPr>
            <a:spLocks noGrp="1"/>
          </p:cNvSpPr>
          <p:nvPr>
            <p:ph type="pic" sz="quarter" idx="71" hasCustomPrompt="1"/>
          </p:nvPr>
        </p:nvSpPr>
        <p:spPr>
          <a:xfrm>
            <a:off x="2266633" y="478172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4" name="Freeform: Shape 93">
            <a:extLst>
              <a:ext uri="{FF2B5EF4-FFF2-40B4-BE49-F238E27FC236}">
                <a16:creationId xmlns:a16="http://schemas.microsoft.com/office/drawing/2014/main" id="{84098359-8B78-436F-A4DE-56E597BC25A9}"/>
              </a:ext>
            </a:extLst>
          </p:cNvPr>
          <p:cNvSpPr/>
          <p:nvPr userDrawn="1"/>
        </p:nvSpPr>
        <p:spPr>
          <a:xfrm flipH="1">
            <a:off x="4298125" y="478172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95" name="Text Placeholder 48">
            <a:extLst>
              <a:ext uri="{FF2B5EF4-FFF2-40B4-BE49-F238E27FC236}">
                <a16:creationId xmlns:a16="http://schemas.microsoft.com/office/drawing/2014/main" id="{CC78ECDB-6352-42AC-9B98-9BE2B342FA9A}"/>
              </a:ext>
            </a:extLst>
          </p:cNvPr>
          <p:cNvSpPr>
            <a:spLocks noGrp="1"/>
          </p:cNvSpPr>
          <p:nvPr>
            <p:ph type="body" sz="quarter" idx="72" hasCustomPrompt="1"/>
          </p:nvPr>
        </p:nvSpPr>
        <p:spPr>
          <a:xfrm>
            <a:off x="4403538" y="490599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96" name="Picture Placeholder 95">
            <a:extLst>
              <a:ext uri="{FF2B5EF4-FFF2-40B4-BE49-F238E27FC236}">
                <a16:creationId xmlns:a16="http://schemas.microsoft.com/office/drawing/2014/main" id="{ABC80AA4-C739-45DF-AB5C-6B0FE9D62782}"/>
              </a:ext>
            </a:extLst>
          </p:cNvPr>
          <p:cNvSpPr>
            <a:spLocks noGrp="1"/>
          </p:cNvSpPr>
          <p:nvPr>
            <p:ph type="pic" sz="quarter" idx="73" hasCustomPrompt="1"/>
          </p:nvPr>
        </p:nvSpPr>
        <p:spPr>
          <a:xfrm>
            <a:off x="6012309" y="478172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7" name="Freeform: Shape 96">
            <a:extLst>
              <a:ext uri="{FF2B5EF4-FFF2-40B4-BE49-F238E27FC236}">
                <a16:creationId xmlns:a16="http://schemas.microsoft.com/office/drawing/2014/main" id="{50510BFB-3357-44D2-A994-1EE41361D32F}"/>
              </a:ext>
            </a:extLst>
          </p:cNvPr>
          <p:cNvSpPr/>
          <p:nvPr userDrawn="1"/>
        </p:nvSpPr>
        <p:spPr>
          <a:xfrm flipH="1">
            <a:off x="8043801" y="4781721"/>
            <a:ext cx="2737467" cy="1399457"/>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98" name="Text Placeholder 48">
            <a:extLst>
              <a:ext uri="{FF2B5EF4-FFF2-40B4-BE49-F238E27FC236}">
                <a16:creationId xmlns:a16="http://schemas.microsoft.com/office/drawing/2014/main" id="{2FBD423A-D670-4284-9973-07AC75B45B70}"/>
              </a:ext>
            </a:extLst>
          </p:cNvPr>
          <p:cNvSpPr>
            <a:spLocks noGrp="1"/>
          </p:cNvSpPr>
          <p:nvPr>
            <p:ph type="body" sz="quarter" idx="74" hasCustomPrompt="1"/>
          </p:nvPr>
        </p:nvSpPr>
        <p:spPr>
          <a:xfrm>
            <a:off x="8149214" y="4905991"/>
            <a:ext cx="1463546" cy="1129538"/>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99" name="Picture Placeholder 98">
            <a:extLst>
              <a:ext uri="{FF2B5EF4-FFF2-40B4-BE49-F238E27FC236}">
                <a16:creationId xmlns:a16="http://schemas.microsoft.com/office/drawing/2014/main" id="{5699DB29-6D21-4EE9-BBED-08501C255B23}"/>
              </a:ext>
            </a:extLst>
          </p:cNvPr>
          <p:cNvSpPr>
            <a:spLocks noGrp="1"/>
          </p:cNvSpPr>
          <p:nvPr>
            <p:ph type="pic" sz="quarter" idx="75" hasCustomPrompt="1"/>
          </p:nvPr>
        </p:nvSpPr>
        <p:spPr>
          <a:xfrm>
            <a:off x="9757985" y="4781722"/>
            <a:ext cx="1886267" cy="1399456"/>
          </a:xfrm>
          <a:custGeom>
            <a:avLst/>
            <a:gdLst>
              <a:gd name="connsiteX0" fmla="*/ 0 w 1886267"/>
              <a:gd name="connsiteY0" fmla="*/ 0 h 1399456"/>
              <a:gd name="connsiteX1" fmla="*/ 1768139 w 1886267"/>
              <a:gd name="connsiteY1" fmla="*/ 0 h 1399456"/>
              <a:gd name="connsiteX2" fmla="*/ 1886267 w 1886267"/>
              <a:gd name="connsiteY2" fmla="*/ 118128 h 1399456"/>
              <a:gd name="connsiteX3" fmla="*/ 1886267 w 1886267"/>
              <a:gd name="connsiteY3" fmla="*/ 1281328 h 1399456"/>
              <a:gd name="connsiteX4" fmla="*/ 1768139 w 1886267"/>
              <a:gd name="connsiteY4" fmla="*/ 1399456 h 1399456"/>
              <a:gd name="connsiteX5" fmla="*/ 0 w 1886267"/>
              <a:gd name="connsiteY5" fmla="*/ 1399456 h 139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6267" h="1399456">
                <a:moveTo>
                  <a:pt x="0" y="0"/>
                </a:moveTo>
                <a:lnTo>
                  <a:pt x="1768139" y="0"/>
                </a:lnTo>
                <a:cubicBezTo>
                  <a:pt x="1833380" y="0"/>
                  <a:pt x="1886267" y="52887"/>
                  <a:pt x="1886267" y="118128"/>
                </a:cubicBezTo>
                <a:lnTo>
                  <a:pt x="1886267" y="1281328"/>
                </a:lnTo>
                <a:cubicBezTo>
                  <a:pt x="1886267" y="1346569"/>
                  <a:pt x="1833380" y="1399456"/>
                  <a:pt x="1768139" y="1399456"/>
                </a:cubicBezTo>
                <a:lnTo>
                  <a:pt x="0" y="1399456"/>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Tree>
    <p:extLst>
      <p:ext uri="{BB962C8B-B14F-4D97-AF65-F5344CB8AC3E}">
        <p14:creationId xmlns:p14="http://schemas.microsoft.com/office/powerpoint/2010/main" val="349333313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ighlights of our work 3x4">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7BB0F999-44E3-4677-8792-25137588062F}"/>
              </a:ext>
            </a:extLst>
          </p:cNvPr>
          <p:cNvSpPr/>
          <p:nvPr userDrawn="1"/>
        </p:nvSpPr>
        <p:spPr>
          <a:xfrm flipH="1">
            <a:off x="552450" y="163036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1" name="Freeform: Shape 30">
            <a:extLst>
              <a:ext uri="{FF2B5EF4-FFF2-40B4-BE49-F238E27FC236}">
                <a16:creationId xmlns:a16="http://schemas.microsoft.com/office/drawing/2014/main" id="{9220D8EA-A011-425D-AFFE-DD3D2D48E0F2}"/>
              </a:ext>
            </a:extLst>
          </p:cNvPr>
          <p:cNvSpPr/>
          <p:nvPr userDrawn="1"/>
        </p:nvSpPr>
        <p:spPr>
          <a:xfrm flipH="1">
            <a:off x="552450" y="2812237"/>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2" name="Freeform: Shape 31">
            <a:extLst>
              <a:ext uri="{FF2B5EF4-FFF2-40B4-BE49-F238E27FC236}">
                <a16:creationId xmlns:a16="http://schemas.microsoft.com/office/drawing/2014/main" id="{7F8D45CE-40E0-4E37-A2E3-F96ABD4E3F90}"/>
              </a:ext>
            </a:extLst>
          </p:cNvPr>
          <p:cNvSpPr/>
          <p:nvPr userDrawn="1"/>
        </p:nvSpPr>
        <p:spPr>
          <a:xfrm flipH="1">
            <a:off x="552450" y="3994110"/>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3" name="Freeform: Shape 32">
            <a:extLst>
              <a:ext uri="{FF2B5EF4-FFF2-40B4-BE49-F238E27FC236}">
                <a16:creationId xmlns:a16="http://schemas.microsoft.com/office/drawing/2014/main" id="{DC3BC631-EF35-464C-8F3D-1A99DE2CA201}"/>
              </a:ext>
            </a:extLst>
          </p:cNvPr>
          <p:cNvSpPr/>
          <p:nvPr userDrawn="1"/>
        </p:nvSpPr>
        <p:spPr>
          <a:xfrm flipH="1">
            <a:off x="552450" y="517598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4" name="Freeform: Shape 33">
            <a:extLst>
              <a:ext uri="{FF2B5EF4-FFF2-40B4-BE49-F238E27FC236}">
                <a16:creationId xmlns:a16="http://schemas.microsoft.com/office/drawing/2014/main" id="{BEC69C82-236C-4107-AE79-D3FFB927E141}"/>
              </a:ext>
            </a:extLst>
          </p:cNvPr>
          <p:cNvSpPr/>
          <p:nvPr userDrawn="1"/>
        </p:nvSpPr>
        <p:spPr>
          <a:xfrm flipH="1">
            <a:off x="4297362" y="163036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endParaRPr lang="en-GB" sz="1400"/>
          </a:p>
        </p:txBody>
      </p:sp>
      <p:sp>
        <p:nvSpPr>
          <p:cNvPr id="35" name="Freeform: Shape 34">
            <a:extLst>
              <a:ext uri="{FF2B5EF4-FFF2-40B4-BE49-F238E27FC236}">
                <a16:creationId xmlns:a16="http://schemas.microsoft.com/office/drawing/2014/main" id="{5D4B8CDD-3496-4DFB-A77D-D317EF76594C}"/>
              </a:ext>
            </a:extLst>
          </p:cNvPr>
          <p:cNvSpPr/>
          <p:nvPr userDrawn="1"/>
        </p:nvSpPr>
        <p:spPr>
          <a:xfrm flipH="1">
            <a:off x="4297362" y="2812237"/>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6" name="Freeform: Shape 35">
            <a:extLst>
              <a:ext uri="{FF2B5EF4-FFF2-40B4-BE49-F238E27FC236}">
                <a16:creationId xmlns:a16="http://schemas.microsoft.com/office/drawing/2014/main" id="{C388A104-F84E-4855-B153-4E52A8D171BA}"/>
              </a:ext>
            </a:extLst>
          </p:cNvPr>
          <p:cNvSpPr/>
          <p:nvPr userDrawn="1"/>
        </p:nvSpPr>
        <p:spPr>
          <a:xfrm flipH="1">
            <a:off x="4297362" y="3994110"/>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7" name="Freeform: Shape 36">
            <a:extLst>
              <a:ext uri="{FF2B5EF4-FFF2-40B4-BE49-F238E27FC236}">
                <a16:creationId xmlns:a16="http://schemas.microsoft.com/office/drawing/2014/main" id="{6D52C844-E4AD-41FD-B26A-D793526C280B}"/>
              </a:ext>
            </a:extLst>
          </p:cNvPr>
          <p:cNvSpPr/>
          <p:nvPr userDrawn="1"/>
        </p:nvSpPr>
        <p:spPr>
          <a:xfrm flipH="1">
            <a:off x="4297362" y="517598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8" name="Freeform: Shape 37">
            <a:extLst>
              <a:ext uri="{FF2B5EF4-FFF2-40B4-BE49-F238E27FC236}">
                <a16:creationId xmlns:a16="http://schemas.microsoft.com/office/drawing/2014/main" id="{CB4BAAF0-F96A-46FE-9C19-7CAFE7AFC337}"/>
              </a:ext>
            </a:extLst>
          </p:cNvPr>
          <p:cNvSpPr/>
          <p:nvPr userDrawn="1"/>
        </p:nvSpPr>
        <p:spPr>
          <a:xfrm flipH="1">
            <a:off x="8042275" y="163036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9" name="Freeform: Shape 38">
            <a:extLst>
              <a:ext uri="{FF2B5EF4-FFF2-40B4-BE49-F238E27FC236}">
                <a16:creationId xmlns:a16="http://schemas.microsoft.com/office/drawing/2014/main" id="{8317A13E-12AD-4A55-BE9F-CD32DB0E7230}"/>
              </a:ext>
            </a:extLst>
          </p:cNvPr>
          <p:cNvSpPr/>
          <p:nvPr userDrawn="1"/>
        </p:nvSpPr>
        <p:spPr>
          <a:xfrm flipH="1">
            <a:off x="8042275" y="2812237"/>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0" name="Freeform: Shape 39">
            <a:extLst>
              <a:ext uri="{FF2B5EF4-FFF2-40B4-BE49-F238E27FC236}">
                <a16:creationId xmlns:a16="http://schemas.microsoft.com/office/drawing/2014/main" id="{953C3634-609F-4FBA-8701-B6AC5EB000F1}"/>
              </a:ext>
            </a:extLst>
          </p:cNvPr>
          <p:cNvSpPr/>
          <p:nvPr userDrawn="1"/>
        </p:nvSpPr>
        <p:spPr>
          <a:xfrm flipH="1">
            <a:off x="8042275" y="3994110"/>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1" name="Freeform: Shape 40">
            <a:extLst>
              <a:ext uri="{FF2B5EF4-FFF2-40B4-BE49-F238E27FC236}">
                <a16:creationId xmlns:a16="http://schemas.microsoft.com/office/drawing/2014/main" id="{D646ACF9-F679-4E16-85FF-F05C25919189}"/>
              </a:ext>
            </a:extLst>
          </p:cNvPr>
          <p:cNvSpPr/>
          <p:nvPr userDrawn="1"/>
        </p:nvSpPr>
        <p:spPr>
          <a:xfrm flipH="1">
            <a:off x="8042275" y="517598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rgbClr val="E8ECF2"/>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2" name="Text Placeholder 48">
            <a:extLst>
              <a:ext uri="{FF2B5EF4-FFF2-40B4-BE49-F238E27FC236}">
                <a16:creationId xmlns:a16="http://schemas.microsoft.com/office/drawing/2014/main" id="{C694C9AC-720B-4294-AEED-F02B1C6EEA82}"/>
              </a:ext>
            </a:extLst>
          </p:cNvPr>
          <p:cNvSpPr>
            <a:spLocks noGrp="1"/>
          </p:cNvSpPr>
          <p:nvPr>
            <p:ph type="body" sz="quarter" idx="11" hasCustomPrompt="1"/>
          </p:nvPr>
        </p:nvSpPr>
        <p:spPr>
          <a:xfrm>
            <a:off x="657861" y="1754632"/>
            <a:ext cx="1845024" cy="80432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rgbClr val="00172D"/>
                </a:solidFill>
              </a:defRPr>
            </a:lvl1pPr>
            <a:lvl2pPr>
              <a:spcBef>
                <a:spcPts val="600"/>
              </a:spcBef>
              <a:spcAft>
                <a:spcPts val="0"/>
              </a:spcAft>
              <a:defRPr lang="en-US" sz="1000" b="0" dirty="0">
                <a:solidFill>
                  <a:srgbClr val="00172D"/>
                </a:solidFill>
              </a:defRPr>
            </a:lvl2pPr>
          </a:lstStyle>
          <a:p>
            <a:pPr lvl="0">
              <a:spcAft>
                <a:spcPts val="0"/>
              </a:spcAft>
            </a:pPr>
            <a:r>
              <a:rPr lang="en-GB"/>
              <a:t>Name</a:t>
            </a:r>
          </a:p>
          <a:p>
            <a:pPr lvl="1">
              <a:spcAft>
                <a:spcPts val="0"/>
              </a:spcAft>
            </a:pPr>
            <a:r>
              <a:rPr lang="en-GB"/>
              <a:t>About</a:t>
            </a:r>
          </a:p>
        </p:txBody>
      </p:sp>
      <p:sp>
        <p:nvSpPr>
          <p:cNvPr id="43" name="Text Placeholder 48">
            <a:extLst>
              <a:ext uri="{FF2B5EF4-FFF2-40B4-BE49-F238E27FC236}">
                <a16:creationId xmlns:a16="http://schemas.microsoft.com/office/drawing/2014/main" id="{2A39AFED-FD08-417D-8341-972C69769E54}"/>
              </a:ext>
            </a:extLst>
          </p:cNvPr>
          <p:cNvSpPr>
            <a:spLocks noGrp="1"/>
          </p:cNvSpPr>
          <p:nvPr>
            <p:ph type="body" sz="quarter" idx="48" hasCustomPrompt="1"/>
          </p:nvPr>
        </p:nvSpPr>
        <p:spPr>
          <a:xfrm>
            <a:off x="657861" y="293319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4" name="Text Placeholder 48">
            <a:extLst>
              <a:ext uri="{FF2B5EF4-FFF2-40B4-BE49-F238E27FC236}">
                <a16:creationId xmlns:a16="http://schemas.microsoft.com/office/drawing/2014/main" id="{6776F793-4AE8-4989-A373-12D85C7215E0}"/>
              </a:ext>
            </a:extLst>
          </p:cNvPr>
          <p:cNvSpPr>
            <a:spLocks noGrp="1"/>
          </p:cNvSpPr>
          <p:nvPr>
            <p:ph type="body" sz="quarter" idx="49" hasCustomPrompt="1"/>
          </p:nvPr>
        </p:nvSpPr>
        <p:spPr>
          <a:xfrm>
            <a:off x="657861" y="410803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5" name="Text Placeholder 48">
            <a:extLst>
              <a:ext uri="{FF2B5EF4-FFF2-40B4-BE49-F238E27FC236}">
                <a16:creationId xmlns:a16="http://schemas.microsoft.com/office/drawing/2014/main" id="{863C801C-A938-413C-AE57-9A8DD0303AF5}"/>
              </a:ext>
            </a:extLst>
          </p:cNvPr>
          <p:cNvSpPr>
            <a:spLocks noGrp="1"/>
          </p:cNvSpPr>
          <p:nvPr>
            <p:ph type="body" sz="quarter" idx="50" hasCustomPrompt="1"/>
          </p:nvPr>
        </p:nvSpPr>
        <p:spPr>
          <a:xfrm>
            <a:off x="657861" y="528659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6" name="Text Placeholder 48">
            <a:extLst>
              <a:ext uri="{FF2B5EF4-FFF2-40B4-BE49-F238E27FC236}">
                <a16:creationId xmlns:a16="http://schemas.microsoft.com/office/drawing/2014/main" id="{BB685E08-E9D3-4999-B043-59FFD28951CB}"/>
              </a:ext>
            </a:extLst>
          </p:cNvPr>
          <p:cNvSpPr>
            <a:spLocks noGrp="1"/>
          </p:cNvSpPr>
          <p:nvPr>
            <p:ph type="body" sz="quarter" idx="51" hasCustomPrompt="1"/>
          </p:nvPr>
        </p:nvSpPr>
        <p:spPr>
          <a:xfrm>
            <a:off x="4402772" y="175463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smtClean="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8" name="Text Placeholder 48">
            <a:extLst>
              <a:ext uri="{FF2B5EF4-FFF2-40B4-BE49-F238E27FC236}">
                <a16:creationId xmlns:a16="http://schemas.microsoft.com/office/drawing/2014/main" id="{9D411624-ED38-4910-95CB-99063F83EE84}"/>
              </a:ext>
            </a:extLst>
          </p:cNvPr>
          <p:cNvSpPr>
            <a:spLocks noGrp="1"/>
          </p:cNvSpPr>
          <p:nvPr>
            <p:ph type="body" sz="quarter" idx="52" hasCustomPrompt="1"/>
          </p:nvPr>
        </p:nvSpPr>
        <p:spPr>
          <a:xfrm>
            <a:off x="4402772" y="293319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4" name="Text Placeholder 48">
            <a:extLst>
              <a:ext uri="{FF2B5EF4-FFF2-40B4-BE49-F238E27FC236}">
                <a16:creationId xmlns:a16="http://schemas.microsoft.com/office/drawing/2014/main" id="{1D94EC25-AB9E-4747-99A4-13F43A3BD242}"/>
              </a:ext>
            </a:extLst>
          </p:cNvPr>
          <p:cNvSpPr>
            <a:spLocks noGrp="1"/>
          </p:cNvSpPr>
          <p:nvPr>
            <p:ph type="body" sz="quarter" idx="53" hasCustomPrompt="1"/>
          </p:nvPr>
        </p:nvSpPr>
        <p:spPr>
          <a:xfrm>
            <a:off x="4402772" y="410803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5" name="Text Placeholder 48">
            <a:extLst>
              <a:ext uri="{FF2B5EF4-FFF2-40B4-BE49-F238E27FC236}">
                <a16:creationId xmlns:a16="http://schemas.microsoft.com/office/drawing/2014/main" id="{1C6AEF0A-A580-4FBA-8A22-B7F4C0BA1C9F}"/>
              </a:ext>
            </a:extLst>
          </p:cNvPr>
          <p:cNvSpPr>
            <a:spLocks noGrp="1"/>
          </p:cNvSpPr>
          <p:nvPr>
            <p:ph type="body" sz="quarter" idx="54" hasCustomPrompt="1"/>
          </p:nvPr>
        </p:nvSpPr>
        <p:spPr>
          <a:xfrm>
            <a:off x="4402772" y="528659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8" name="Text Placeholder 48">
            <a:extLst>
              <a:ext uri="{FF2B5EF4-FFF2-40B4-BE49-F238E27FC236}">
                <a16:creationId xmlns:a16="http://schemas.microsoft.com/office/drawing/2014/main" id="{48F76E9D-5E76-4A6A-AF5F-8B5210E22264}"/>
              </a:ext>
            </a:extLst>
          </p:cNvPr>
          <p:cNvSpPr>
            <a:spLocks noGrp="1"/>
          </p:cNvSpPr>
          <p:nvPr>
            <p:ph type="body" sz="quarter" idx="55" hasCustomPrompt="1"/>
          </p:nvPr>
        </p:nvSpPr>
        <p:spPr>
          <a:xfrm>
            <a:off x="8147336" y="175463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9" name="Text Placeholder 48">
            <a:extLst>
              <a:ext uri="{FF2B5EF4-FFF2-40B4-BE49-F238E27FC236}">
                <a16:creationId xmlns:a16="http://schemas.microsoft.com/office/drawing/2014/main" id="{EFBB5A88-C2C7-4245-A367-358A914277EA}"/>
              </a:ext>
            </a:extLst>
          </p:cNvPr>
          <p:cNvSpPr>
            <a:spLocks noGrp="1"/>
          </p:cNvSpPr>
          <p:nvPr>
            <p:ph type="body" sz="quarter" idx="56" hasCustomPrompt="1"/>
          </p:nvPr>
        </p:nvSpPr>
        <p:spPr>
          <a:xfrm>
            <a:off x="8147336" y="293319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76" name="Text Placeholder 48">
            <a:extLst>
              <a:ext uri="{FF2B5EF4-FFF2-40B4-BE49-F238E27FC236}">
                <a16:creationId xmlns:a16="http://schemas.microsoft.com/office/drawing/2014/main" id="{D5209452-F3AF-4277-8DE6-B0D0C868C28D}"/>
              </a:ext>
            </a:extLst>
          </p:cNvPr>
          <p:cNvSpPr>
            <a:spLocks noGrp="1"/>
          </p:cNvSpPr>
          <p:nvPr>
            <p:ph type="body" sz="quarter" idx="57" hasCustomPrompt="1"/>
          </p:nvPr>
        </p:nvSpPr>
        <p:spPr>
          <a:xfrm>
            <a:off x="8147336" y="410803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77" name="Text Placeholder 48">
            <a:extLst>
              <a:ext uri="{FF2B5EF4-FFF2-40B4-BE49-F238E27FC236}">
                <a16:creationId xmlns:a16="http://schemas.microsoft.com/office/drawing/2014/main" id="{055E9208-F99E-4C2B-9121-EA07BB9DBD61}"/>
              </a:ext>
            </a:extLst>
          </p:cNvPr>
          <p:cNvSpPr>
            <a:spLocks noGrp="1"/>
          </p:cNvSpPr>
          <p:nvPr>
            <p:ph type="body" sz="quarter" idx="58" hasCustomPrompt="1"/>
          </p:nvPr>
        </p:nvSpPr>
        <p:spPr>
          <a:xfrm>
            <a:off x="8147336" y="528659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rgbClr val="00172D"/>
                </a:solidFill>
                <a:latin typeface="+mn-lt"/>
                <a:ea typeface="+mn-ea"/>
                <a:cs typeface="+mn-cs"/>
              </a:defRPr>
            </a:lvl1pPr>
            <a:lvl2pPr>
              <a:spcBef>
                <a:spcPts val="600"/>
              </a:spcBef>
              <a:spcAft>
                <a:spcPts val="0"/>
              </a:spcAft>
              <a:defRPr lang="en-US" sz="1000" b="0" dirty="0">
                <a:solidFill>
                  <a:srgbClr val="00172D"/>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78" name="Picture Placeholder 94">
            <a:extLst>
              <a:ext uri="{FF2B5EF4-FFF2-40B4-BE49-F238E27FC236}">
                <a16:creationId xmlns:a16="http://schemas.microsoft.com/office/drawing/2014/main" id="{3937B1CB-EA79-487D-A0B5-541E4F137045}"/>
              </a:ext>
            </a:extLst>
          </p:cNvPr>
          <p:cNvSpPr>
            <a:spLocks noGrp="1"/>
          </p:cNvSpPr>
          <p:nvPr>
            <p:ph type="pic" sz="quarter" idx="59" hasCustomPrompt="1"/>
          </p:nvPr>
        </p:nvSpPr>
        <p:spPr>
          <a:xfrm>
            <a:off x="2594610" y="163036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79" name="Picture Placeholder 95">
            <a:extLst>
              <a:ext uri="{FF2B5EF4-FFF2-40B4-BE49-F238E27FC236}">
                <a16:creationId xmlns:a16="http://schemas.microsoft.com/office/drawing/2014/main" id="{F434DAE9-F644-48BF-BE05-57F5405AB165}"/>
              </a:ext>
            </a:extLst>
          </p:cNvPr>
          <p:cNvSpPr>
            <a:spLocks noGrp="1"/>
          </p:cNvSpPr>
          <p:nvPr>
            <p:ph type="pic" sz="quarter" idx="60" hasCustomPrompt="1"/>
          </p:nvPr>
        </p:nvSpPr>
        <p:spPr>
          <a:xfrm>
            <a:off x="2594610" y="2812236"/>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0" name="Picture Placeholder 96">
            <a:extLst>
              <a:ext uri="{FF2B5EF4-FFF2-40B4-BE49-F238E27FC236}">
                <a16:creationId xmlns:a16="http://schemas.microsoft.com/office/drawing/2014/main" id="{8C383E28-D584-47C0-8629-4C1D71871F8A}"/>
              </a:ext>
            </a:extLst>
          </p:cNvPr>
          <p:cNvSpPr>
            <a:spLocks noGrp="1"/>
          </p:cNvSpPr>
          <p:nvPr>
            <p:ph type="pic" sz="quarter" idx="61" hasCustomPrompt="1"/>
          </p:nvPr>
        </p:nvSpPr>
        <p:spPr>
          <a:xfrm>
            <a:off x="2594610" y="3994110"/>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1" name="Picture Placeholder 97">
            <a:extLst>
              <a:ext uri="{FF2B5EF4-FFF2-40B4-BE49-F238E27FC236}">
                <a16:creationId xmlns:a16="http://schemas.microsoft.com/office/drawing/2014/main" id="{E275C947-7B09-40FE-AC42-1C74BB93BC23}"/>
              </a:ext>
            </a:extLst>
          </p:cNvPr>
          <p:cNvSpPr>
            <a:spLocks noGrp="1"/>
          </p:cNvSpPr>
          <p:nvPr>
            <p:ph type="pic" sz="quarter" idx="62" hasCustomPrompt="1"/>
          </p:nvPr>
        </p:nvSpPr>
        <p:spPr>
          <a:xfrm>
            <a:off x="2594610" y="517598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2" name="Picture Placeholder 98">
            <a:extLst>
              <a:ext uri="{FF2B5EF4-FFF2-40B4-BE49-F238E27FC236}">
                <a16:creationId xmlns:a16="http://schemas.microsoft.com/office/drawing/2014/main" id="{83575FEB-E035-4977-B85B-B5A9D2D2D9D1}"/>
              </a:ext>
            </a:extLst>
          </p:cNvPr>
          <p:cNvSpPr>
            <a:spLocks noGrp="1"/>
          </p:cNvSpPr>
          <p:nvPr>
            <p:ph type="pic" sz="quarter" idx="63" hasCustomPrompt="1"/>
          </p:nvPr>
        </p:nvSpPr>
        <p:spPr>
          <a:xfrm>
            <a:off x="6339523" y="163036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3" name="Picture Placeholder 99">
            <a:extLst>
              <a:ext uri="{FF2B5EF4-FFF2-40B4-BE49-F238E27FC236}">
                <a16:creationId xmlns:a16="http://schemas.microsoft.com/office/drawing/2014/main" id="{D83CA983-5FDC-4FA4-B3D4-97CC82F38999}"/>
              </a:ext>
            </a:extLst>
          </p:cNvPr>
          <p:cNvSpPr>
            <a:spLocks noGrp="1"/>
          </p:cNvSpPr>
          <p:nvPr>
            <p:ph type="pic" sz="quarter" idx="64" hasCustomPrompt="1"/>
          </p:nvPr>
        </p:nvSpPr>
        <p:spPr>
          <a:xfrm>
            <a:off x="6339523" y="2812236"/>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4" name="Picture Placeholder 100">
            <a:extLst>
              <a:ext uri="{FF2B5EF4-FFF2-40B4-BE49-F238E27FC236}">
                <a16:creationId xmlns:a16="http://schemas.microsoft.com/office/drawing/2014/main" id="{D655CC6D-8C2C-4D99-B17F-C82E1E2D14D8}"/>
              </a:ext>
            </a:extLst>
          </p:cNvPr>
          <p:cNvSpPr>
            <a:spLocks noGrp="1"/>
          </p:cNvSpPr>
          <p:nvPr>
            <p:ph type="pic" sz="quarter" idx="65" hasCustomPrompt="1"/>
          </p:nvPr>
        </p:nvSpPr>
        <p:spPr>
          <a:xfrm>
            <a:off x="6339523" y="3994110"/>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5" name="Picture Placeholder 101">
            <a:extLst>
              <a:ext uri="{FF2B5EF4-FFF2-40B4-BE49-F238E27FC236}">
                <a16:creationId xmlns:a16="http://schemas.microsoft.com/office/drawing/2014/main" id="{C3B8A75F-3756-4446-8BF5-A453A529E99C}"/>
              </a:ext>
            </a:extLst>
          </p:cNvPr>
          <p:cNvSpPr>
            <a:spLocks noGrp="1"/>
          </p:cNvSpPr>
          <p:nvPr>
            <p:ph type="pic" sz="quarter" idx="66" hasCustomPrompt="1"/>
          </p:nvPr>
        </p:nvSpPr>
        <p:spPr>
          <a:xfrm>
            <a:off x="6339523" y="517598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6" name="Picture Placeholder 102">
            <a:extLst>
              <a:ext uri="{FF2B5EF4-FFF2-40B4-BE49-F238E27FC236}">
                <a16:creationId xmlns:a16="http://schemas.microsoft.com/office/drawing/2014/main" id="{14B4BCD0-5953-454C-B55B-4B7976D7B461}"/>
              </a:ext>
            </a:extLst>
          </p:cNvPr>
          <p:cNvSpPr>
            <a:spLocks noGrp="1"/>
          </p:cNvSpPr>
          <p:nvPr>
            <p:ph type="pic" sz="quarter" idx="67" hasCustomPrompt="1"/>
          </p:nvPr>
        </p:nvSpPr>
        <p:spPr>
          <a:xfrm>
            <a:off x="10084435" y="163036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7" name="Picture Placeholder 103">
            <a:extLst>
              <a:ext uri="{FF2B5EF4-FFF2-40B4-BE49-F238E27FC236}">
                <a16:creationId xmlns:a16="http://schemas.microsoft.com/office/drawing/2014/main" id="{739059EF-6DBF-437C-A608-518A2E0BBEDB}"/>
              </a:ext>
            </a:extLst>
          </p:cNvPr>
          <p:cNvSpPr>
            <a:spLocks noGrp="1"/>
          </p:cNvSpPr>
          <p:nvPr>
            <p:ph type="pic" sz="quarter" idx="68" hasCustomPrompt="1"/>
          </p:nvPr>
        </p:nvSpPr>
        <p:spPr>
          <a:xfrm>
            <a:off x="10084435" y="2812236"/>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8" name="Picture Placeholder 104">
            <a:extLst>
              <a:ext uri="{FF2B5EF4-FFF2-40B4-BE49-F238E27FC236}">
                <a16:creationId xmlns:a16="http://schemas.microsoft.com/office/drawing/2014/main" id="{E9EA5020-8026-4135-9F2C-6A5D9B09546A}"/>
              </a:ext>
            </a:extLst>
          </p:cNvPr>
          <p:cNvSpPr>
            <a:spLocks noGrp="1"/>
          </p:cNvSpPr>
          <p:nvPr>
            <p:ph type="pic" sz="quarter" idx="69" hasCustomPrompt="1"/>
          </p:nvPr>
        </p:nvSpPr>
        <p:spPr>
          <a:xfrm>
            <a:off x="10084435" y="3994110"/>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9" name="Picture Placeholder 105">
            <a:extLst>
              <a:ext uri="{FF2B5EF4-FFF2-40B4-BE49-F238E27FC236}">
                <a16:creationId xmlns:a16="http://schemas.microsoft.com/office/drawing/2014/main" id="{4545BC6B-EF35-4E9E-B8ED-EFA8CEB53FAA}"/>
              </a:ext>
            </a:extLst>
          </p:cNvPr>
          <p:cNvSpPr>
            <a:spLocks noGrp="1"/>
          </p:cNvSpPr>
          <p:nvPr>
            <p:ph type="pic" sz="quarter" idx="70" hasCustomPrompt="1"/>
          </p:nvPr>
        </p:nvSpPr>
        <p:spPr>
          <a:xfrm>
            <a:off x="10084435" y="517598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0" name="Title 1">
            <a:extLst>
              <a:ext uri="{FF2B5EF4-FFF2-40B4-BE49-F238E27FC236}">
                <a16:creationId xmlns:a16="http://schemas.microsoft.com/office/drawing/2014/main" id="{D78D2DC3-D22C-41D1-B4C1-E06B02478103}"/>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91" name="Straight Connector 90">
            <a:extLst>
              <a:ext uri="{FF2B5EF4-FFF2-40B4-BE49-F238E27FC236}">
                <a16:creationId xmlns:a16="http://schemas.microsoft.com/office/drawing/2014/main" id="{714C3C27-FB38-4C6C-89BB-C0DD5344B465}"/>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74959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ighlights of our work 3x4 - Dark">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7BB0F999-44E3-4677-8792-25137588062F}"/>
              </a:ext>
            </a:extLst>
          </p:cNvPr>
          <p:cNvSpPr/>
          <p:nvPr userDrawn="1"/>
        </p:nvSpPr>
        <p:spPr>
          <a:xfrm flipH="1">
            <a:off x="552450" y="163036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1" name="Freeform: Shape 30">
            <a:extLst>
              <a:ext uri="{FF2B5EF4-FFF2-40B4-BE49-F238E27FC236}">
                <a16:creationId xmlns:a16="http://schemas.microsoft.com/office/drawing/2014/main" id="{9220D8EA-A011-425D-AFFE-DD3D2D48E0F2}"/>
              </a:ext>
            </a:extLst>
          </p:cNvPr>
          <p:cNvSpPr/>
          <p:nvPr userDrawn="1"/>
        </p:nvSpPr>
        <p:spPr>
          <a:xfrm flipH="1">
            <a:off x="552450" y="2812237"/>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2" name="Freeform: Shape 31">
            <a:extLst>
              <a:ext uri="{FF2B5EF4-FFF2-40B4-BE49-F238E27FC236}">
                <a16:creationId xmlns:a16="http://schemas.microsoft.com/office/drawing/2014/main" id="{7F8D45CE-40E0-4E37-A2E3-F96ABD4E3F90}"/>
              </a:ext>
            </a:extLst>
          </p:cNvPr>
          <p:cNvSpPr/>
          <p:nvPr userDrawn="1"/>
        </p:nvSpPr>
        <p:spPr>
          <a:xfrm flipH="1">
            <a:off x="552450" y="3994110"/>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3" name="Freeform: Shape 32">
            <a:extLst>
              <a:ext uri="{FF2B5EF4-FFF2-40B4-BE49-F238E27FC236}">
                <a16:creationId xmlns:a16="http://schemas.microsoft.com/office/drawing/2014/main" id="{DC3BC631-EF35-464C-8F3D-1A99DE2CA201}"/>
              </a:ext>
            </a:extLst>
          </p:cNvPr>
          <p:cNvSpPr/>
          <p:nvPr userDrawn="1"/>
        </p:nvSpPr>
        <p:spPr>
          <a:xfrm flipH="1">
            <a:off x="552450" y="517598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4" name="Freeform: Shape 33">
            <a:extLst>
              <a:ext uri="{FF2B5EF4-FFF2-40B4-BE49-F238E27FC236}">
                <a16:creationId xmlns:a16="http://schemas.microsoft.com/office/drawing/2014/main" id="{BEC69C82-236C-4107-AE79-D3FFB927E141}"/>
              </a:ext>
            </a:extLst>
          </p:cNvPr>
          <p:cNvSpPr/>
          <p:nvPr userDrawn="1"/>
        </p:nvSpPr>
        <p:spPr>
          <a:xfrm flipH="1">
            <a:off x="4297362" y="163036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spcBef>
                <a:spcPts val="600"/>
              </a:spcBef>
            </a:pPr>
            <a:endParaRPr lang="en-GB" sz="1400"/>
          </a:p>
        </p:txBody>
      </p:sp>
      <p:sp>
        <p:nvSpPr>
          <p:cNvPr id="35" name="Freeform: Shape 34">
            <a:extLst>
              <a:ext uri="{FF2B5EF4-FFF2-40B4-BE49-F238E27FC236}">
                <a16:creationId xmlns:a16="http://schemas.microsoft.com/office/drawing/2014/main" id="{5D4B8CDD-3496-4DFB-A77D-D317EF76594C}"/>
              </a:ext>
            </a:extLst>
          </p:cNvPr>
          <p:cNvSpPr/>
          <p:nvPr userDrawn="1"/>
        </p:nvSpPr>
        <p:spPr>
          <a:xfrm flipH="1">
            <a:off x="4297362" y="2812237"/>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6" name="Freeform: Shape 35">
            <a:extLst>
              <a:ext uri="{FF2B5EF4-FFF2-40B4-BE49-F238E27FC236}">
                <a16:creationId xmlns:a16="http://schemas.microsoft.com/office/drawing/2014/main" id="{C388A104-F84E-4855-B153-4E52A8D171BA}"/>
              </a:ext>
            </a:extLst>
          </p:cNvPr>
          <p:cNvSpPr/>
          <p:nvPr userDrawn="1"/>
        </p:nvSpPr>
        <p:spPr>
          <a:xfrm flipH="1">
            <a:off x="4297362" y="3994110"/>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7" name="Freeform: Shape 36">
            <a:extLst>
              <a:ext uri="{FF2B5EF4-FFF2-40B4-BE49-F238E27FC236}">
                <a16:creationId xmlns:a16="http://schemas.microsoft.com/office/drawing/2014/main" id="{6D52C844-E4AD-41FD-B26A-D793526C280B}"/>
              </a:ext>
            </a:extLst>
          </p:cNvPr>
          <p:cNvSpPr/>
          <p:nvPr userDrawn="1"/>
        </p:nvSpPr>
        <p:spPr>
          <a:xfrm flipH="1">
            <a:off x="4297362" y="517598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8" name="Freeform: Shape 37">
            <a:extLst>
              <a:ext uri="{FF2B5EF4-FFF2-40B4-BE49-F238E27FC236}">
                <a16:creationId xmlns:a16="http://schemas.microsoft.com/office/drawing/2014/main" id="{CB4BAAF0-F96A-46FE-9C19-7CAFE7AFC337}"/>
              </a:ext>
            </a:extLst>
          </p:cNvPr>
          <p:cNvSpPr/>
          <p:nvPr userDrawn="1"/>
        </p:nvSpPr>
        <p:spPr>
          <a:xfrm flipH="1">
            <a:off x="8042275" y="163036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39" name="Freeform: Shape 38">
            <a:extLst>
              <a:ext uri="{FF2B5EF4-FFF2-40B4-BE49-F238E27FC236}">
                <a16:creationId xmlns:a16="http://schemas.microsoft.com/office/drawing/2014/main" id="{8317A13E-12AD-4A55-BE9F-CD32DB0E7230}"/>
              </a:ext>
            </a:extLst>
          </p:cNvPr>
          <p:cNvSpPr/>
          <p:nvPr userDrawn="1"/>
        </p:nvSpPr>
        <p:spPr>
          <a:xfrm flipH="1">
            <a:off x="8042275" y="2812237"/>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0" name="Freeform: Shape 39">
            <a:extLst>
              <a:ext uri="{FF2B5EF4-FFF2-40B4-BE49-F238E27FC236}">
                <a16:creationId xmlns:a16="http://schemas.microsoft.com/office/drawing/2014/main" id="{953C3634-609F-4FBA-8701-B6AC5EB000F1}"/>
              </a:ext>
            </a:extLst>
          </p:cNvPr>
          <p:cNvSpPr/>
          <p:nvPr userDrawn="1"/>
        </p:nvSpPr>
        <p:spPr>
          <a:xfrm flipH="1">
            <a:off x="8042275" y="3994110"/>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1" name="Freeform: Shape 40">
            <a:extLst>
              <a:ext uri="{FF2B5EF4-FFF2-40B4-BE49-F238E27FC236}">
                <a16:creationId xmlns:a16="http://schemas.microsoft.com/office/drawing/2014/main" id="{D646ACF9-F679-4E16-85FF-F05C25919189}"/>
              </a:ext>
            </a:extLst>
          </p:cNvPr>
          <p:cNvSpPr/>
          <p:nvPr userDrawn="1"/>
        </p:nvSpPr>
        <p:spPr>
          <a:xfrm flipH="1">
            <a:off x="8042275" y="5175983"/>
            <a:ext cx="2042160" cy="1044000"/>
          </a:xfrm>
          <a:custGeom>
            <a:avLst/>
            <a:gdLst>
              <a:gd name="connsiteX0" fmla="*/ 1954036 w 2042160"/>
              <a:gd name="connsiteY0" fmla="*/ 0 h 1044000"/>
              <a:gd name="connsiteX1" fmla="*/ 1710196 w 2042160"/>
              <a:gd name="connsiteY1" fmla="*/ 0 h 1044000"/>
              <a:gd name="connsiteX2" fmla="*/ 243840 w 2042160"/>
              <a:gd name="connsiteY2" fmla="*/ 0 h 1044000"/>
              <a:gd name="connsiteX3" fmla="*/ 0 w 2042160"/>
              <a:gd name="connsiteY3" fmla="*/ 0 h 1044000"/>
              <a:gd name="connsiteX4" fmla="*/ 0 w 2042160"/>
              <a:gd name="connsiteY4" fmla="*/ 1044000 h 1044000"/>
              <a:gd name="connsiteX5" fmla="*/ 243840 w 2042160"/>
              <a:gd name="connsiteY5" fmla="*/ 1044000 h 1044000"/>
              <a:gd name="connsiteX6" fmla="*/ 1710196 w 2042160"/>
              <a:gd name="connsiteY6" fmla="*/ 1044000 h 1044000"/>
              <a:gd name="connsiteX7" fmla="*/ 1954036 w 2042160"/>
              <a:gd name="connsiteY7" fmla="*/ 1044000 h 1044000"/>
              <a:gd name="connsiteX8" fmla="*/ 2042160 w 2042160"/>
              <a:gd name="connsiteY8" fmla="*/ 955876 h 1044000"/>
              <a:gd name="connsiteX9" fmla="*/ 2042160 w 2042160"/>
              <a:gd name="connsiteY9" fmla="*/ 88124 h 1044000"/>
              <a:gd name="connsiteX10" fmla="*/ 1954036 w 2042160"/>
              <a:gd name="connsiteY10" fmla="*/ 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2160" h="1044000">
                <a:moveTo>
                  <a:pt x="1954036" y="0"/>
                </a:moveTo>
                <a:lnTo>
                  <a:pt x="1710196" y="0"/>
                </a:lnTo>
                <a:lnTo>
                  <a:pt x="243840" y="0"/>
                </a:lnTo>
                <a:lnTo>
                  <a:pt x="0" y="0"/>
                </a:lnTo>
                <a:lnTo>
                  <a:pt x="0" y="1044000"/>
                </a:lnTo>
                <a:lnTo>
                  <a:pt x="243840" y="1044000"/>
                </a:lnTo>
                <a:lnTo>
                  <a:pt x="1710196" y="1044000"/>
                </a:lnTo>
                <a:lnTo>
                  <a:pt x="1954036" y="1044000"/>
                </a:lnTo>
                <a:cubicBezTo>
                  <a:pt x="2002706" y="1044000"/>
                  <a:pt x="2042160" y="1004546"/>
                  <a:pt x="2042160" y="955876"/>
                </a:cubicBezTo>
                <a:lnTo>
                  <a:pt x="2042160" y="88124"/>
                </a:lnTo>
                <a:cubicBezTo>
                  <a:pt x="2042160" y="39454"/>
                  <a:pt x="2002706" y="0"/>
                  <a:pt x="1954036" y="0"/>
                </a:cubicBezTo>
                <a:close/>
              </a:path>
            </a:pathLst>
          </a:custGeom>
          <a:solidFill>
            <a:schemeClr val="accent1"/>
          </a:solidFill>
        </p:spPr>
        <p:txBody>
          <a:bodyPr vert="horz" wrap="square" lIns="144000" tIns="144000" rIns="144000" bIns="144000" rtlCol="0" anchor="ctr">
            <a:noAutofit/>
          </a:bodyPr>
          <a:lstStyle/>
          <a:p>
            <a:pPr lvl="0" indent="0" defTabSz="203892">
              <a:lnSpc>
                <a:spcPct val="100000"/>
              </a:lnSpc>
              <a:spcBef>
                <a:spcPts val="0"/>
              </a:spcBef>
              <a:spcAft>
                <a:spcPts val="0"/>
              </a:spcAft>
              <a:buClrTx/>
              <a:buFont typeface="Arial" panose="020B0604020202020204" pitchFamily="34" charset="0"/>
              <a:buNone/>
            </a:pPr>
            <a:endParaRPr lang="en-GB" sz="1200" b="1" cap="none" baseline="0">
              <a:solidFill>
                <a:schemeClr val="bg1"/>
              </a:solidFill>
            </a:endParaRPr>
          </a:p>
        </p:txBody>
      </p:sp>
      <p:sp>
        <p:nvSpPr>
          <p:cNvPr id="42" name="Text Placeholder 48">
            <a:extLst>
              <a:ext uri="{FF2B5EF4-FFF2-40B4-BE49-F238E27FC236}">
                <a16:creationId xmlns:a16="http://schemas.microsoft.com/office/drawing/2014/main" id="{C694C9AC-720B-4294-AEED-F02B1C6EEA82}"/>
              </a:ext>
            </a:extLst>
          </p:cNvPr>
          <p:cNvSpPr>
            <a:spLocks noGrp="1"/>
          </p:cNvSpPr>
          <p:nvPr>
            <p:ph type="body" sz="quarter" idx="11" hasCustomPrompt="1"/>
          </p:nvPr>
        </p:nvSpPr>
        <p:spPr>
          <a:xfrm>
            <a:off x="657861" y="1754632"/>
            <a:ext cx="1845024" cy="804323"/>
          </a:xfrm>
          <a:prstGeom prst="rect">
            <a:avLst/>
          </a:prstGeom>
          <a:noFill/>
        </p:spPr>
        <p:txBody>
          <a:bodyPr vert="horz" lIns="0" tIns="0" rIns="0" bIns="0" rtlCol="0" anchor="ctr" anchorCtr="0">
            <a:noAutofit/>
          </a:bodyPr>
          <a:lstStyle>
            <a:lvl1pPr>
              <a:spcBef>
                <a:spcPts val="600"/>
              </a:spcBef>
              <a:spcAft>
                <a:spcPts val="0"/>
              </a:spcAft>
              <a:defRPr lang="en-US" sz="1100" cap="none" baseline="0" dirty="0">
                <a:solidFill>
                  <a:schemeClr val="bg1"/>
                </a:solidFill>
              </a:defRPr>
            </a:lvl1pPr>
            <a:lvl2pPr>
              <a:spcBef>
                <a:spcPts val="600"/>
              </a:spcBef>
              <a:spcAft>
                <a:spcPts val="0"/>
              </a:spcAft>
              <a:defRPr lang="en-US" sz="1000" b="0" dirty="0">
                <a:solidFill>
                  <a:schemeClr val="bg1"/>
                </a:solidFill>
              </a:defRPr>
            </a:lvl2pPr>
          </a:lstStyle>
          <a:p>
            <a:pPr lvl="0">
              <a:spcAft>
                <a:spcPts val="0"/>
              </a:spcAft>
            </a:pPr>
            <a:r>
              <a:rPr lang="en-GB"/>
              <a:t>Name</a:t>
            </a:r>
          </a:p>
          <a:p>
            <a:pPr lvl="1">
              <a:spcAft>
                <a:spcPts val="0"/>
              </a:spcAft>
            </a:pPr>
            <a:r>
              <a:rPr lang="en-GB"/>
              <a:t>About</a:t>
            </a:r>
          </a:p>
        </p:txBody>
      </p:sp>
      <p:sp>
        <p:nvSpPr>
          <p:cNvPr id="43" name="Text Placeholder 48">
            <a:extLst>
              <a:ext uri="{FF2B5EF4-FFF2-40B4-BE49-F238E27FC236}">
                <a16:creationId xmlns:a16="http://schemas.microsoft.com/office/drawing/2014/main" id="{2A39AFED-FD08-417D-8341-972C69769E54}"/>
              </a:ext>
            </a:extLst>
          </p:cNvPr>
          <p:cNvSpPr>
            <a:spLocks noGrp="1"/>
          </p:cNvSpPr>
          <p:nvPr>
            <p:ph type="body" sz="quarter" idx="48" hasCustomPrompt="1"/>
          </p:nvPr>
        </p:nvSpPr>
        <p:spPr>
          <a:xfrm>
            <a:off x="657861" y="293319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4" name="Text Placeholder 48">
            <a:extLst>
              <a:ext uri="{FF2B5EF4-FFF2-40B4-BE49-F238E27FC236}">
                <a16:creationId xmlns:a16="http://schemas.microsoft.com/office/drawing/2014/main" id="{6776F793-4AE8-4989-A373-12D85C7215E0}"/>
              </a:ext>
            </a:extLst>
          </p:cNvPr>
          <p:cNvSpPr>
            <a:spLocks noGrp="1"/>
          </p:cNvSpPr>
          <p:nvPr>
            <p:ph type="body" sz="quarter" idx="49" hasCustomPrompt="1"/>
          </p:nvPr>
        </p:nvSpPr>
        <p:spPr>
          <a:xfrm>
            <a:off x="657861" y="410803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5" name="Text Placeholder 48">
            <a:extLst>
              <a:ext uri="{FF2B5EF4-FFF2-40B4-BE49-F238E27FC236}">
                <a16:creationId xmlns:a16="http://schemas.microsoft.com/office/drawing/2014/main" id="{863C801C-A938-413C-AE57-9A8DD0303AF5}"/>
              </a:ext>
            </a:extLst>
          </p:cNvPr>
          <p:cNvSpPr>
            <a:spLocks noGrp="1"/>
          </p:cNvSpPr>
          <p:nvPr>
            <p:ph type="body" sz="quarter" idx="50" hasCustomPrompt="1"/>
          </p:nvPr>
        </p:nvSpPr>
        <p:spPr>
          <a:xfrm>
            <a:off x="657861" y="528659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6" name="Text Placeholder 48">
            <a:extLst>
              <a:ext uri="{FF2B5EF4-FFF2-40B4-BE49-F238E27FC236}">
                <a16:creationId xmlns:a16="http://schemas.microsoft.com/office/drawing/2014/main" id="{BB685E08-E9D3-4999-B043-59FFD28951CB}"/>
              </a:ext>
            </a:extLst>
          </p:cNvPr>
          <p:cNvSpPr>
            <a:spLocks noGrp="1"/>
          </p:cNvSpPr>
          <p:nvPr>
            <p:ph type="body" sz="quarter" idx="51" hasCustomPrompt="1"/>
          </p:nvPr>
        </p:nvSpPr>
        <p:spPr>
          <a:xfrm>
            <a:off x="4402772" y="175463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smtClean="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48" name="Text Placeholder 48">
            <a:extLst>
              <a:ext uri="{FF2B5EF4-FFF2-40B4-BE49-F238E27FC236}">
                <a16:creationId xmlns:a16="http://schemas.microsoft.com/office/drawing/2014/main" id="{9D411624-ED38-4910-95CB-99063F83EE84}"/>
              </a:ext>
            </a:extLst>
          </p:cNvPr>
          <p:cNvSpPr>
            <a:spLocks noGrp="1"/>
          </p:cNvSpPr>
          <p:nvPr>
            <p:ph type="body" sz="quarter" idx="52" hasCustomPrompt="1"/>
          </p:nvPr>
        </p:nvSpPr>
        <p:spPr>
          <a:xfrm>
            <a:off x="4402772" y="293319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4" name="Text Placeholder 48">
            <a:extLst>
              <a:ext uri="{FF2B5EF4-FFF2-40B4-BE49-F238E27FC236}">
                <a16:creationId xmlns:a16="http://schemas.microsoft.com/office/drawing/2014/main" id="{1D94EC25-AB9E-4747-99A4-13F43A3BD242}"/>
              </a:ext>
            </a:extLst>
          </p:cNvPr>
          <p:cNvSpPr>
            <a:spLocks noGrp="1"/>
          </p:cNvSpPr>
          <p:nvPr>
            <p:ph type="body" sz="quarter" idx="53" hasCustomPrompt="1"/>
          </p:nvPr>
        </p:nvSpPr>
        <p:spPr>
          <a:xfrm>
            <a:off x="4402772" y="410803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5" name="Text Placeholder 48">
            <a:extLst>
              <a:ext uri="{FF2B5EF4-FFF2-40B4-BE49-F238E27FC236}">
                <a16:creationId xmlns:a16="http://schemas.microsoft.com/office/drawing/2014/main" id="{1C6AEF0A-A580-4FBA-8A22-B7F4C0BA1C9F}"/>
              </a:ext>
            </a:extLst>
          </p:cNvPr>
          <p:cNvSpPr>
            <a:spLocks noGrp="1"/>
          </p:cNvSpPr>
          <p:nvPr>
            <p:ph type="body" sz="quarter" idx="54" hasCustomPrompt="1"/>
          </p:nvPr>
        </p:nvSpPr>
        <p:spPr>
          <a:xfrm>
            <a:off x="4402772" y="528659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8" name="Text Placeholder 48">
            <a:extLst>
              <a:ext uri="{FF2B5EF4-FFF2-40B4-BE49-F238E27FC236}">
                <a16:creationId xmlns:a16="http://schemas.microsoft.com/office/drawing/2014/main" id="{48F76E9D-5E76-4A6A-AF5F-8B5210E22264}"/>
              </a:ext>
            </a:extLst>
          </p:cNvPr>
          <p:cNvSpPr>
            <a:spLocks noGrp="1"/>
          </p:cNvSpPr>
          <p:nvPr>
            <p:ph type="body" sz="quarter" idx="55" hasCustomPrompt="1"/>
          </p:nvPr>
        </p:nvSpPr>
        <p:spPr>
          <a:xfrm>
            <a:off x="8147336" y="175463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59" name="Text Placeholder 48">
            <a:extLst>
              <a:ext uri="{FF2B5EF4-FFF2-40B4-BE49-F238E27FC236}">
                <a16:creationId xmlns:a16="http://schemas.microsoft.com/office/drawing/2014/main" id="{EFBB5A88-C2C7-4245-A367-358A914277EA}"/>
              </a:ext>
            </a:extLst>
          </p:cNvPr>
          <p:cNvSpPr>
            <a:spLocks noGrp="1"/>
          </p:cNvSpPr>
          <p:nvPr>
            <p:ph type="body" sz="quarter" idx="56" hasCustomPrompt="1"/>
          </p:nvPr>
        </p:nvSpPr>
        <p:spPr>
          <a:xfrm>
            <a:off x="8147336" y="2933192"/>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76" name="Text Placeholder 48">
            <a:extLst>
              <a:ext uri="{FF2B5EF4-FFF2-40B4-BE49-F238E27FC236}">
                <a16:creationId xmlns:a16="http://schemas.microsoft.com/office/drawing/2014/main" id="{D5209452-F3AF-4277-8DE6-B0D0C868C28D}"/>
              </a:ext>
            </a:extLst>
          </p:cNvPr>
          <p:cNvSpPr>
            <a:spLocks noGrp="1"/>
          </p:cNvSpPr>
          <p:nvPr>
            <p:ph type="body" sz="quarter" idx="57" hasCustomPrompt="1"/>
          </p:nvPr>
        </p:nvSpPr>
        <p:spPr>
          <a:xfrm>
            <a:off x="8147336" y="410803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77" name="Text Placeholder 48">
            <a:extLst>
              <a:ext uri="{FF2B5EF4-FFF2-40B4-BE49-F238E27FC236}">
                <a16:creationId xmlns:a16="http://schemas.microsoft.com/office/drawing/2014/main" id="{055E9208-F99E-4C2B-9121-EA07BB9DBD61}"/>
              </a:ext>
            </a:extLst>
          </p:cNvPr>
          <p:cNvSpPr>
            <a:spLocks noGrp="1"/>
          </p:cNvSpPr>
          <p:nvPr>
            <p:ph type="body" sz="quarter" idx="58" hasCustomPrompt="1"/>
          </p:nvPr>
        </p:nvSpPr>
        <p:spPr>
          <a:xfrm>
            <a:off x="8147336" y="5286596"/>
            <a:ext cx="1845024" cy="804323"/>
          </a:xfrm>
          <a:prstGeom prst="rect">
            <a:avLst/>
          </a:prstGeom>
          <a:noFill/>
        </p:spPr>
        <p:txBody>
          <a:bodyPr vert="horz" lIns="0" tIns="0" rIns="0" bIns="0" rtlCol="0" anchor="ctr" anchorCtr="0">
            <a:noAutofit/>
          </a:bodyPr>
          <a:lstStyle>
            <a:lvl1pPr>
              <a:spcBef>
                <a:spcPts val="600"/>
              </a:spcBef>
              <a:spcAft>
                <a:spcPts val="0"/>
              </a:spcAft>
              <a:defRPr lang="en-GB" sz="1100" b="1" kern="1200" cap="none" baseline="0" dirty="0">
                <a:solidFill>
                  <a:schemeClr val="bg1"/>
                </a:solidFill>
                <a:latin typeface="+mn-lt"/>
                <a:ea typeface="+mn-ea"/>
                <a:cs typeface="+mn-cs"/>
              </a:defRPr>
            </a:lvl1pPr>
            <a:lvl2pPr>
              <a:spcBef>
                <a:spcPts val="600"/>
              </a:spcBef>
              <a:spcAft>
                <a:spcPts val="0"/>
              </a:spcAft>
              <a:defRPr lang="en-US" sz="1000" b="0" dirty="0">
                <a:solidFill>
                  <a:schemeClr val="bg1"/>
                </a:solidFill>
              </a:defRPr>
            </a:lvl2pPr>
          </a:lstStyle>
          <a:p>
            <a:pPr marL="0" lvl="0" indent="0" algn="l" defTabSz="203892" rtl="0" eaLnBrk="1" latinLnBrk="0" hangingPunct="1">
              <a:lnSpc>
                <a:spcPct val="100000"/>
              </a:lnSpc>
              <a:spcBef>
                <a:spcPts val="600"/>
              </a:spcBef>
              <a:spcAft>
                <a:spcPts val="0"/>
              </a:spcAft>
              <a:buClrTx/>
              <a:buFont typeface="Arial" panose="020B0604020202020204" pitchFamily="34" charset="0"/>
              <a:buNone/>
            </a:pPr>
            <a:r>
              <a:rPr lang="en-GB"/>
              <a:t>Name</a:t>
            </a:r>
          </a:p>
          <a:p>
            <a:pPr lvl="1">
              <a:spcAft>
                <a:spcPts val="0"/>
              </a:spcAft>
            </a:pPr>
            <a:r>
              <a:rPr lang="en-GB"/>
              <a:t>About</a:t>
            </a:r>
          </a:p>
        </p:txBody>
      </p:sp>
      <p:sp>
        <p:nvSpPr>
          <p:cNvPr id="78" name="Picture Placeholder 94">
            <a:extLst>
              <a:ext uri="{FF2B5EF4-FFF2-40B4-BE49-F238E27FC236}">
                <a16:creationId xmlns:a16="http://schemas.microsoft.com/office/drawing/2014/main" id="{3937B1CB-EA79-487D-A0B5-541E4F137045}"/>
              </a:ext>
            </a:extLst>
          </p:cNvPr>
          <p:cNvSpPr>
            <a:spLocks noGrp="1"/>
          </p:cNvSpPr>
          <p:nvPr>
            <p:ph type="pic" sz="quarter" idx="59" hasCustomPrompt="1"/>
          </p:nvPr>
        </p:nvSpPr>
        <p:spPr>
          <a:xfrm>
            <a:off x="2594610" y="163036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79" name="Picture Placeholder 95">
            <a:extLst>
              <a:ext uri="{FF2B5EF4-FFF2-40B4-BE49-F238E27FC236}">
                <a16:creationId xmlns:a16="http://schemas.microsoft.com/office/drawing/2014/main" id="{F434DAE9-F644-48BF-BE05-57F5405AB165}"/>
              </a:ext>
            </a:extLst>
          </p:cNvPr>
          <p:cNvSpPr>
            <a:spLocks noGrp="1"/>
          </p:cNvSpPr>
          <p:nvPr>
            <p:ph type="pic" sz="quarter" idx="60" hasCustomPrompt="1"/>
          </p:nvPr>
        </p:nvSpPr>
        <p:spPr>
          <a:xfrm>
            <a:off x="2594610" y="2812236"/>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0" name="Picture Placeholder 96">
            <a:extLst>
              <a:ext uri="{FF2B5EF4-FFF2-40B4-BE49-F238E27FC236}">
                <a16:creationId xmlns:a16="http://schemas.microsoft.com/office/drawing/2014/main" id="{8C383E28-D584-47C0-8629-4C1D71871F8A}"/>
              </a:ext>
            </a:extLst>
          </p:cNvPr>
          <p:cNvSpPr>
            <a:spLocks noGrp="1"/>
          </p:cNvSpPr>
          <p:nvPr>
            <p:ph type="pic" sz="quarter" idx="61" hasCustomPrompt="1"/>
          </p:nvPr>
        </p:nvSpPr>
        <p:spPr>
          <a:xfrm>
            <a:off x="2594610" y="3994110"/>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1" name="Picture Placeholder 97">
            <a:extLst>
              <a:ext uri="{FF2B5EF4-FFF2-40B4-BE49-F238E27FC236}">
                <a16:creationId xmlns:a16="http://schemas.microsoft.com/office/drawing/2014/main" id="{E275C947-7B09-40FE-AC42-1C74BB93BC23}"/>
              </a:ext>
            </a:extLst>
          </p:cNvPr>
          <p:cNvSpPr>
            <a:spLocks noGrp="1"/>
          </p:cNvSpPr>
          <p:nvPr>
            <p:ph type="pic" sz="quarter" idx="62" hasCustomPrompt="1"/>
          </p:nvPr>
        </p:nvSpPr>
        <p:spPr>
          <a:xfrm>
            <a:off x="2594610" y="517598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2" name="Picture Placeholder 98">
            <a:extLst>
              <a:ext uri="{FF2B5EF4-FFF2-40B4-BE49-F238E27FC236}">
                <a16:creationId xmlns:a16="http://schemas.microsoft.com/office/drawing/2014/main" id="{83575FEB-E035-4977-B85B-B5A9D2D2D9D1}"/>
              </a:ext>
            </a:extLst>
          </p:cNvPr>
          <p:cNvSpPr>
            <a:spLocks noGrp="1"/>
          </p:cNvSpPr>
          <p:nvPr>
            <p:ph type="pic" sz="quarter" idx="63" hasCustomPrompt="1"/>
          </p:nvPr>
        </p:nvSpPr>
        <p:spPr>
          <a:xfrm>
            <a:off x="6339523" y="163036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3" name="Picture Placeholder 99">
            <a:extLst>
              <a:ext uri="{FF2B5EF4-FFF2-40B4-BE49-F238E27FC236}">
                <a16:creationId xmlns:a16="http://schemas.microsoft.com/office/drawing/2014/main" id="{D83CA983-5FDC-4FA4-B3D4-97CC82F38999}"/>
              </a:ext>
            </a:extLst>
          </p:cNvPr>
          <p:cNvSpPr>
            <a:spLocks noGrp="1"/>
          </p:cNvSpPr>
          <p:nvPr>
            <p:ph type="pic" sz="quarter" idx="64" hasCustomPrompt="1"/>
          </p:nvPr>
        </p:nvSpPr>
        <p:spPr>
          <a:xfrm>
            <a:off x="6339523" y="2812236"/>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4" name="Picture Placeholder 100">
            <a:extLst>
              <a:ext uri="{FF2B5EF4-FFF2-40B4-BE49-F238E27FC236}">
                <a16:creationId xmlns:a16="http://schemas.microsoft.com/office/drawing/2014/main" id="{D655CC6D-8C2C-4D99-B17F-C82E1E2D14D8}"/>
              </a:ext>
            </a:extLst>
          </p:cNvPr>
          <p:cNvSpPr>
            <a:spLocks noGrp="1"/>
          </p:cNvSpPr>
          <p:nvPr>
            <p:ph type="pic" sz="quarter" idx="65" hasCustomPrompt="1"/>
          </p:nvPr>
        </p:nvSpPr>
        <p:spPr>
          <a:xfrm>
            <a:off x="6339523" y="3994110"/>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5" name="Picture Placeholder 101">
            <a:extLst>
              <a:ext uri="{FF2B5EF4-FFF2-40B4-BE49-F238E27FC236}">
                <a16:creationId xmlns:a16="http://schemas.microsoft.com/office/drawing/2014/main" id="{C3B8A75F-3756-4446-8BF5-A453A529E99C}"/>
              </a:ext>
            </a:extLst>
          </p:cNvPr>
          <p:cNvSpPr>
            <a:spLocks noGrp="1"/>
          </p:cNvSpPr>
          <p:nvPr>
            <p:ph type="pic" sz="quarter" idx="66" hasCustomPrompt="1"/>
          </p:nvPr>
        </p:nvSpPr>
        <p:spPr>
          <a:xfrm>
            <a:off x="6339523" y="517598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6" name="Picture Placeholder 102">
            <a:extLst>
              <a:ext uri="{FF2B5EF4-FFF2-40B4-BE49-F238E27FC236}">
                <a16:creationId xmlns:a16="http://schemas.microsoft.com/office/drawing/2014/main" id="{14B4BCD0-5953-454C-B55B-4B7976D7B461}"/>
              </a:ext>
            </a:extLst>
          </p:cNvPr>
          <p:cNvSpPr>
            <a:spLocks noGrp="1"/>
          </p:cNvSpPr>
          <p:nvPr>
            <p:ph type="pic" sz="quarter" idx="67" hasCustomPrompt="1"/>
          </p:nvPr>
        </p:nvSpPr>
        <p:spPr>
          <a:xfrm>
            <a:off x="10084435" y="163036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7" name="Picture Placeholder 103">
            <a:extLst>
              <a:ext uri="{FF2B5EF4-FFF2-40B4-BE49-F238E27FC236}">
                <a16:creationId xmlns:a16="http://schemas.microsoft.com/office/drawing/2014/main" id="{739059EF-6DBF-437C-A608-518A2E0BBEDB}"/>
              </a:ext>
            </a:extLst>
          </p:cNvPr>
          <p:cNvSpPr>
            <a:spLocks noGrp="1"/>
          </p:cNvSpPr>
          <p:nvPr>
            <p:ph type="pic" sz="quarter" idx="68" hasCustomPrompt="1"/>
          </p:nvPr>
        </p:nvSpPr>
        <p:spPr>
          <a:xfrm>
            <a:off x="10084435" y="2812236"/>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8" name="Picture Placeholder 104">
            <a:extLst>
              <a:ext uri="{FF2B5EF4-FFF2-40B4-BE49-F238E27FC236}">
                <a16:creationId xmlns:a16="http://schemas.microsoft.com/office/drawing/2014/main" id="{E9EA5020-8026-4135-9F2C-6A5D9B09546A}"/>
              </a:ext>
            </a:extLst>
          </p:cNvPr>
          <p:cNvSpPr>
            <a:spLocks noGrp="1"/>
          </p:cNvSpPr>
          <p:nvPr>
            <p:ph type="pic" sz="quarter" idx="69" hasCustomPrompt="1"/>
          </p:nvPr>
        </p:nvSpPr>
        <p:spPr>
          <a:xfrm>
            <a:off x="10084435" y="3994110"/>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89" name="Picture Placeholder 105">
            <a:extLst>
              <a:ext uri="{FF2B5EF4-FFF2-40B4-BE49-F238E27FC236}">
                <a16:creationId xmlns:a16="http://schemas.microsoft.com/office/drawing/2014/main" id="{4545BC6B-EF35-4E9E-B8ED-EFA8CEB53FAA}"/>
              </a:ext>
            </a:extLst>
          </p:cNvPr>
          <p:cNvSpPr>
            <a:spLocks noGrp="1"/>
          </p:cNvSpPr>
          <p:nvPr>
            <p:ph type="pic" sz="quarter" idx="70" hasCustomPrompt="1"/>
          </p:nvPr>
        </p:nvSpPr>
        <p:spPr>
          <a:xfrm>
            <a:off x="10084435" y="5175983"/>
            <a:ext cx="1558290" cy="1044000"/>
          </a:xfrm>
          <a:custGeom>
            <a:avLst/>
            <a:gdLst>
              <a:gd name="connsiteX0" fmla="*/ 0 w 1558290"/>
              <a:gd name="connsiteY0" fmla="*/ 0 h 1044000"/>
              <a:gd name="connsiteX1" fmla="*/ 1470166 w 1558290"/>
              <a:gd name="connsiteY1" fmla="*/ 0 h 1044000"/>
              <a:gd name="connsiteX2" fmla="*/ 1558290 w 1558290"/>
              <a:gd name="connsiteY2" fmla="*/ 88124 h 1044000"/>
              <a:gd name="connsiteX3" fmla="*/ 1558290 w 1558290"/>
              <a:gd name="connsiteY3" fmla="*/ 955876 h 1044000"/>
              <a:gd name="connsiteX4" fmla="*/ 1470166 w 1558290"/>
              <a:gd name="connsiteY4" fmla="*/ 1044000 h 1044000"/>
              <a:gd name="connsiteX5" fmla="*/ 0 w 1558290"/>
              <a:gd name="connsiteY5" fmla="*/ 1044000 h 10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8290" h="1044000">
                <a:moveTo>
                  <a:pt x="0" y="0"/>
                </a:moveTo>
                <a:lnTo>
                  <a:pt x="1470166" y="0"/>
                </a:lnTo>
                <a:cubicBezTo>
                  <a:pt x="1518836" y="0"/>
                  <a:pt x="1558290" y="39454"/>
                  <a:pt x="1558290" y="88124"/>
                </a:cubicBezTo>
                <a:lnTo>
                  <a:pt x="1558290" y="955876"/>
                </a:lnTo>
                <a:cubicBezTo>
                  <a:pt x="1558290" y="1004546"/>
                  <a:pt x="1518836" y="1044000"/>
                  <a:pt x="1470166" y="1044000"/>
                </a:cubicBezTo>
                <a:lnTo>
                  <a:pt x="0" y="1044000"/>
                </a:lnTo>
                <a:close/>
              </a:path>
            </a:pathLst>
          </a:custGeom>
          <a:solidFill>
            <a:schemeClr val="accent5"/>
          </a:solidFill>
        </p:spPr>
        <p:txBody>
          <a:bodyPr wrap="square" anchor="ctr">
            <a:noAutofit/>
          </a:bodyPr>
          <a:lstStyle>
            <a:lvl1pPr algn="ctr">
              <a:defRPr sz="1000" b="0">
                <a:solidFill>
                  <a:schemeClr val="tx1"/>
                </a:solidFill>
              </a:defRPr>
            </a:lvl1pPr>
          </a:lstStyle>
          <a:p>
            <a:r>
              <a:rPr lang="en-GB"/>
              <a:t>CS image here</a:t>
            </a:r>
          </a:p>
        </p:txBody>
      </p:sp>
      <p:sp>
        <p:nvSpPr>
          <p:cNvPr id="90" name="Title 1">
            <a:extLst>
              <a:ext uri="{FF2B5EF4-FFF2-40B4-BE49-F238E27FC236}">
                <a16:creationId xmlns:a16="http://schemas.microsoft.com/office/drawing/2014/main" id="{D78D2DC3-D22C-41D1-B4C1-E06B02478103}"/>
              </a:ext>
            </a:extLst>
          </p:cNvPr>
          <p:cNvSpPr>
            <a:spLocks noGrp="1"/>
          </p:cNvSpPr>
          <p:nvPr>
            <p:ph type="title"/>
          </p:nvPr>
        </p:nvSpPr>
        <p:spPr>
          <a:xfrm>
            <a:off x="554355" y="512763"/>
            <a:ext cx="11088370" cy="792465"/>
          </a:xfrm>
        </p:spPr>
        <p:txBody>
          <a:bodyPr/>
          <a:lstStyle/>
          <a:p>
            <a:r>
              <a:rPr lang="en-GB"/>
              <a:t>Click to edit Master title style</a:t>
            </a:r>
          </a:p>
        </p:txBody>
      </p:sp>
      <p:cxnSp>
        <p:nvCxnSpPr>
          <p:cNvPr id="91" name="Straight Connector 90">
            <a:extLst>
              <a:ext uri="{FF2B5EF4-FFF2-40B4-BE49-F238E27FC236}">
                <a16:creationId xmlns:a16="http://schemas.microsoft.com/office/drawing/2014/main" id="{714C3C27-FB38-4C6C-89BB-C0DD5344B465}"/>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9613326"/>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ase Study Content">
    <p:spTree>
      <p:nvGrpSpPr>
        <p:cNvPr id="1" name=""/>
        <p:cNvGrpSpPr/>
        <p:nvPr/>
      </p:nvGrpSpPr>
      <p:grpSpPr>
        <a:xfrm>
          <a:off x="0" y="0"/>
          <a:ext cx="0" cy="0"/>
          <a:chOff x="0" y="0"/>
          <a:chExt cx="0" cy="0"/>
        </a:xfrm>
      </p:grpSpPr>
      <p:sp>
        <p:nvSpPr>
          <p:cNvPr id="31" name="Picture Placeholder 33">
            <a:extLst>
              <a:ext uri="{FF2B5EF4-FFF2-40B4-BE49-F238E27FC236}">
                <a16:creationId xmlns:a16="http://schemas.microsoft.com/office/drawing/2014/main" id="{30232972-23B7-4FFB-9F35-2CA3FBA857FC}"/>
              </a:ext>
            </a:extLst>
          </p:cNvPr>
          <p:cNvSpPr>
            <a:spLocks noGrp="1"/>
          </p:cNvSpPr>
          <p:nvPr>
            <p:ph type="pic" sz="quarter" idx="21"/>
          </p:nvPr>
        </p:nvSpPr>
        <p:spPr>
          <a:xfrm>
            <a:off x="0" y="0"/>
            <a:ext cx="4152900" cy="6859588"/>
          </a:xfrm>
          <a:custGeom>
            <a:avLst/>
            <a:gdLst>
              <a:gd name="connsiteX0" fmla="*/ 0 w 9906001"/>
              <a:gd name="connsiteY0" fmla="*/ 0 h 2736157"/>
              <a:gd name="connsiteX1" fmla="*/ 7715250 w 9906001"/>
              <a:gd name="connsiteY1" fmla="*/ 0 h 2736157"/>
              <a:gd name="connsiteX2" fmla="*/ 7715250 w 9906001"/>
              <a:gd name="connsiteY2" fmla="*/ 1 h 2736157"/>
              <a:gd name="connsiteX3" fmla="*/ 9906000 w 9906001"/>
              <a:gd name="connsiteY3" fmla="*/ 1 h 2736157"/>
              <a:gd name="connsiteX4" fmla="*/ 9906000 w 9906001"/>
              <a:gd name="connsiteY4" fmla="*/ 47626 h 2736157"/>
              <a:gd name="connsiteX5" fmla="*/ 9906001 w 9906001"/>
              <a:gd name="connsiteY5" fmla="*/ 47626 h 2736157"/>
              <a:gd name="connsiteX6" fmla="*/ 9906001 w 9906001"/>
              <a:gd name="connsiteY6" fmla="*/ 2181404 h 2736157"/>
              <a:gd name="connsiteX7" fmla="*/ 9906000 w 9906001"/>
              <a:gd name="connsiteY7" fmla="*/ 2181404 h 2736157"/>
              <a:gd name="connsiteX8" fmla="*/ 9906000 w 9906001"/>
              <a:gd name="connsiteY8" fmla="*/ 2400301 h 2736157"/>
              <a:gd name="connsiteX9" fmla="*/ 9906000 w 9906001"/>
              <a:gd name="connsiteY9" fmla="*/ 2719389 h 2736157"/>
              <a:gd name="connsiteX10" fmla="*/ 9906000 w 9906001"/>
              <a:gd name="connsiteY10" fmla="*/ 2736157 h 2736157"/>
              <a:gd name="connsiteX11" fmla="*/ 0 w 9906001"/>
              <a:gd name="connsiteY11" fmla="*/ 2736157 h 2736157"/>
              <a:gd name="connsiteX12" fmla="*/ 0 w 9906001"/>
              <a:gd name="connsiteY12" fmla="*/ 2719389 h 2736157"/>
              <a:gd name="connsiteX13" fmla="*/ 0 w 9906001"/>
              <a:gd name="connsiteY13" fmla="*/ 2400301 h 2736157"/>
              <a:gd name="connsiteX14" fmla="*/ 0 w 9906001"/>
              <a:gd name="connsiteY14" fmla="*/ 2152651 h 2736157"/>
              <a:gd name="connsiteX15" fmla="*/ 0 w 9906001"/>
              <a:gd name="connsiteY15" fmla="*/ 2028826 h 2736157"/>
              <a:gd name="connsiteX16" fmla="*/ 0 w 9906001"/>
              <a:gd name="connsiteY16" fmla="*/ 1862668 h 2736157"/>
              <a:gd name="connsiteX17" fmla="*/ 0 w 9906001"/>
              <a:gd name="connsiteY17" fmla="*/ 1200151 h 273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06001" h="2736157">
                <a:moveTo>
                  <a:pt x="0" y="0"/>
                </a:moveTo>
                <a:lnTo>
                  <a:pt x="7715250" y="0"/>
                </a:lnTo>
                <a:lnTo>
                  <a:pt x="7715250" y="1"/>
                </a:lnTo>
                <a:lnTo>
                  <a:pt x="9906000" y="1"/>
                </a:lnTo>
                <a:lnTo>
                  <a:pt x="9906000" y="47626"/>
                </a:lnTo>
                <a:lnTo>
                  <a:pt x="9906001" y="47626"/>
                </a:lnTo>
                <a:lnTo>
                  <a:pt x="9906001" y="2181404"/>
                </a:lnTo>
                <a:lnTo>
                  <a:pt x="9906000" y="2181404"/>
                </a:lnTo>
                <a:lnTo>
                  <a:pt x="9906000" y="2400301"/>
                </a:lnTo>
                <a:lnTo>
                  <a:pt x="9906000" y="2719389"/>
                </a:lnTo>
                <a:lnTo>
                  <a:pt x="9906000" y="2736157"/>
                </a:lnTo>
                <a:lnTo>
                  <a:pt x="0" y="2736157"/>
                </a:lnTo>
                <a:lnTo>
                  <a:pt x="0" y="2719389"/>
                </a:lnTo>
                <a:lnTo>
                  <a:pt x="0" y="2400301"/>
                </a:lnTo>
                <a:lnTo>
                  <a:pt x="0" y="2152651"/>
                </a:lnTo>
                <a:lnTo>
                  <a:pt x="0" y="2028826"/>
                </a:lnTo>
                <a:lnTo>
                  <a:pt x="0" y="1862668"/>
                </a:lnTo>
                <a:lnTo>
                  <a:pt x="0" y="1200151"/>
                </a:lnTo>
                <a:close/>
              </a:path>
            </a:pathLst>
          </a:custGeom>
          <a:solidFill>
            <a:schemeClr val="accent6"/>
          </a:solidFill>
        </p:spPr>
        <p:txBody>
          <a:bodyPr wrap="square" anchor="ctr">
            <a:noAutofit/>
          </a:bodyPr>
          <a:lstStyle>
            <a:lvl1pPr algn="ctr">
              <a:defRPr>
                <a:solidFill>
                  <a:schemeClr val="accent4"/>
                </a:solidFill>
              </a:defRPr>
            </a:lvl1pPr>
          </a:lstStyle>
          <a:p>
            <a:pPr lvl="0" algn="ctr"/>
            <a:r>
              <a:rPr lang="en-GB"/>
              <a:t>Click icon to add picture</a:t>
            </a:r>
          </a:p>
        </p:txBody>
      </p:sp>
      <p:sp>
        <p:nvSpPr>
          <p:cNvPr id="32" name="Text Placeholder 10">
            <a:extLst>
              <a:ext uri="{FF2B5EF4-FFF2-40B4-BE49-F238E27FC236}">
                <a16:creationId xmlns:a16="http://schemas.microsoft.com/office/drawing/2014/main" id="{37325AF0-D5FF-4A49-A2AF-8D800AEABD58}"/>
              </a:ext>
            </a:extLst>
          </p:cNvPr>
          <p:cNvSpPr>
            <a:spLocks noGrp="1"/>
          </p:cNvSpPr>
          <p:nvPr>
            <p:ph type="body" sz="quarter" idx="20"/>
          </p:nvPr>
        </p:nvSpPr>
        <p:spPr>
          <a:xfrm>
            <a:off x="4300239" y="2565403"/>
            <a:ext cx="7342486" cy="3206747"/>
          </a:xfrm>
          <a:prstGeom prst="rect">
            <a:avLst/>
          </a:prstGeom>
          <a:solidFill>
            <a:schemeClr val="bg1"/>
          </a:solidFill>
          <a:ln>
            <a:noFill/>
          </a:ln>
        </p:spPr>
        <p:txBody>
          <a:bodyPr lIns="0" tIns="0" rIns="0" bIns="0" numCol="2" spcCol="180000">
            <a:noAutofit/>
          </a:bodyPr>
          <a:lstStyle>
            <a:lvl1pPr>
              <a:lnSpc>
                <a:spcPct val="100000"/>
              </a:lnSpc>
              <a:spcAft>
                <a:spcPts val="600"/>
              </a:spcAft>
              <a:defRPr sz="1000" b="0">
                <a:solidFill>
                  <a:schemeClr val="accent1"/>
                </a:solidFill>
              </a:defRPr>
            </a:lvl1pPr>
            <a:lvl2pPr marL="90488" indent="-90488">
              <a:lnSpc>
                <a:spcPct val="100000"/>
              </a:lnSpc>
              <a:spcAft>
                <a:spcPts val="600"/>
              </a:spcAft>
              <a:buClr>
                <a:srgbClr val="EE2F66"/>
              </a:buClr>
              <a:buFont typeface="Arial" panose="020B0604020202020204" pitchFamily="34" charset="0"/>
              <a:buChar char="•"/>
              <a:defRPr sz="1000" b="0" cap="none" baseline="0">
                <a:solidFill>
                  <a:schemeClr val="accent1"/>
                </a:solidFill>
              </a:defRPr>
            </a:lvl2pPr>
            <a:lvl3pPr>
              <a:lnSpc>
                <a:spcPct val="100000"/>
              </a:lnSpc>
              <a:defRPr sz="800">
                <a:solidFill>
                  <a:schemeClr val="accent1"/>
                </a:solidFill>
              </a:defRPr>
            </a:lvl3pPr>
            <a:lvl4pPr marL="0" indent="0">
              <a:spcBef>
                <a:spcPts val="0"/>
              </a:spcBef>
              <a:spcAft>
                <a:spcPts val="800"/>
              </a:spcAft>
              <a:buNone/>
              <a:defRPr sz="1100"/>
            </a:lvl4pPr>
            <a:lvl5pPr marL="0" indent="0">
              <a:spcBef>
                <a:spcPts val="0"/>
              </a:spcBef>
              <a:spcAft>
                <a:spcPts val="800"/>
              </a:spcAft>
              <a:buFont typeface="Arial" panose="020B0604020202020204" pitchFamily="34" charset="0"/>
              <a:buNone/>
              <a:defRPr sz="1100"/>
            </a:lvl5pPr>
            <a:lvl6pPr marL="0" indent="0">
              <a:lnSpc>
                <a:spcPct val="100000"/>
              </a:lnSpc>
              <a:spcBef>
                <a:spcPts val="0"/>
              </a:spcBef>
              <a:spcAft>
                <a:spcPts val="800"/>
              </a:spcAft>
              <a:buNone/>
              <a:defRPr/>
            </a:lvl6pPr>
            <a:lvl7pPr marL="0" indent="0">
              <a:lnSpc>
                <a:spcPct val="100000"/>
              </a:lnSpc>
              <a:spcBef>
                <a:spcPts val="0"/>
              </a:spcBef>
              <a:spcAft>
                <a:spcPts val="800"/>
              </a:spcAft>
              <a:buNone/>
              <a:defRPr sz="1100"/>
            </a:lvl7pPr>
            <a:lvl8pPr marL="0" indent="0">
              <a:lnSpc>
                <a:spcPct val="100000"/>
              </a:lnSpc>
              <a:spcBef>
                <a:spcPts val="0"/>
              </a:spcBef>
              <a:spcAft>
                <a:spcPts val="800"/>
              </a:spcAft>
              <a:buNone/>
              <a:defRPr sz="1100"/>
            </a:lvl8pPr>
            <a:lvl9pPr marL="0" indent="0">
              <a:lnSpc>
                <a:spcPct val="100000"/>
              </a:lnSpc>
              <a:spcBef>
                <a:spcPts val="0"/>
              </a:spcBef>
              <a:spcAft>
                <a:spcPts val="800"/>
              </a:spcAft>
              <a:buNone/>
              <a:defRPr sz="1100"/>
            </a:lvl9pPr>
          </a:lstStyle>
          <a:p>
            <a:pPr lvl="0"/>
            <a:r>
              <a:rPr lang="en-GB"/>
              <a:t>Click to edit Master text styles</a:t>
            </a:r>
          </a:p>
          <a:p>
            <a:pPr lvl="1"/>
            <a:r>
              <a:rPr lang="en-GB"/>
              <a:t>2</a:t>
            </a:r>
          </a:p>
          <a:p>
            <a:pPr lvl="2"/>
            <a:r>
              <a:rPr lang="en-GB"/>
              <a:t>Footnote</a:t>
            </a:r>
          </a:p>
        </p:txBody>
      </p:sp>
      <p:sp>
        <p:nvSpPr>
          <p:cNvPr id="36" name="Text Placeholder 7">
            <a:extLst>
              <a:ext uri="{FF2B5EF4-FFF2-40B4-BE49-F238E27FC236}">
                <a16:creationId xmlns:a16="http://schemas.microsoft.com/office/drawing/2014/main" id="{BAAAE8C1-22F0-4587-9D97-9936CCBFA8EE}"/>
              </a:ext>
            </a:extLst>
          </p:cNvPr>
          <p:cNvSpPr>
            <a:spLocks noGrp="1"/>
          </p:cNvSpPr>
          <p:nvPr>
            <p:ph type="body" sz="quarter" idx="16" hasCustomPrompt="1"/>
          </p:nvPr>
        </p:nvSpPr>
        <p:spPr>
          <a:xfrm>
            <a:off x="4300239" y="512762"/>
            <a:ext cx="6437611" cy="973137"/>
          </a:xfrm>
          <a:prstGeom prst="rect">
            <a:avLst/>
          </a:prstGeom>
        </p:spPr>
        <p:txBody>
          <a:bodyPr rIns="0" anchor="b">
            <a:noAutofit/>
          </a:bodyPr>
          <a:lstStyle>
            <a:lvl1pPr marL="0" algn="l" defTabSz="1039307" rtl="0" eaLnBrk="1" latinLnBrk="0" hangingPunct="1">
              <a:lnSpc>
                <a:spcPct val="100000"/>
              </a:lnSpc>
              <a:spcBef>
                <a:spcPct val="0"/>
              </a:spcBef>
              <a:spcAft>
                <a:spcPts val="0"/>
              </a:spcAft>
              <a:buNone/>
              <a:tabLst>
                <a:tab pos="0" algn="l"/>
                <a:tab pos="2874963" algn="l"/>
              </a:tabLst>
              <a:defRPr lang="en-GB" sz="2800" b="0" kern="1200" cap="none" spc="0" baseline="0" dirty="0">
                <a:solidFill>
                  <a:schemeClr val="accent1"/>
                </a:solidFill>
                <a:latin typeface="+mj-lt"/>
                <a:ea typeface="+mj-ea"/>
                <a:cs typeface="+mj-cs"/>
              </a:defRPr>
            </a:lvl1pPr>
            <a:lvl2pPr>
              <a:lnSpc>
                <a:spcPct val="80000"/>
              </a:lnSpc>
              <a:spcBef>
                <a:spcPts val="0"/>
              </a:spcBef>
              <a:defRPr sz="5000" spc="-150">
                <a:solidFill>
                  <a:schemeClr val="accent4"/>
                </a:solidFill>
              </a:defRPr>
            </a:lvl2pPr>
          </a:lstStyle>
          <a:p>
            <a:pPr lvl="0"/>
            <a:r>
              <a:rPr lang="en-GB"/>
              <a:t>Click to edit title</a:t>
            </a:r>
          </a:p>
        </p:txBody>
      </p:sp>
      <p:sp>
        <p:nvSpPr>
          <p:cNvPr id="37" name="Text Placeholder 22">
            <a:extLst>
              <a:ext uri="{FF2B5EF4-FFF2-40B4-BE49-F238E27FC236}">
                <a16:creationId xmlns:a16="http://schemas.microsoft.com/office/drawing/2014/main" id="{B9A974BD-255E-42CE-9FD8-962803BF4B34}"/>
              </a:ext>
            </a:extLst>
          </p:cNvPr>
          <p:cNvSpPr>
            <a:spLocks noGrp="1"/>
          </p:cNvSpPr>
          <p:nvPr>
            <p:ph type="body" sz="quarter" idx="18" hasCustomPrompt="1"/>
          </p:nvPr>
        </p:nvSpPr>
        <p:spPr>
          <a:xfrm>
            <a:off x="4300239" y="1773913"/>
            <a:ext cx="7342486" cy="647005"/>
          </a:xfrm>
          <a:prstGeom prst="rect">
            <a:avLst/>
          </a:prstGeom>
        </p:spPr>
        <p:txBody>
          <a:bodyPr lIns="0" tIns="0" rIns="0" bIns="0" anchor="t">
            <a:noAutofit/>
          </a:bodyPr>
          <a:lstStyle>
            <a:lvl1pPr>
              <a:lnSpc>
                <a:spcPct val="100000"/>
              </a:lnSpc>
              <a:spcBef>
                <a:spcPts val="0"/>
              </a:spcBef>
              <a:spcAft>
                <a:spcPts val="0"/>
              </a:spcAft>
              <a:defRPr lang="en-GB" sz="1600" b="0" kern="1200" cap="none" baseline="0" dirty="0">
                <a:solidFill>
                  <a:srgbClr val="64778A"/>
                </a:solidFill>
                <a:latin typeface="+mn-lt"/>
                <a:ea typeface="+mn-ea"/>
                <a:cs typeface="+mn-cs"/>
              </a:defRPr>
            </a:lvl1pPr>
          </a:lstStyle>
          <a:p>
            <a:pPr marL="0" lvl="0" indent="0" algn="l" defTabSz="203892" rtl="0" eaLnBrk="1" latinLnBrk="0" hangingPunct="1">
              <a:lnSpc>
                <a:spcPct val="100000"/>
              </a:lnSpc>
              <a:spcBef>
                <a:spcPts val="0"/>
              </a:spcBef>
              <a:spcAft>
                <a:spcPts val="0"/>
              </a:spcAft>
              <a:buClrTx/>
              <a:buFont typeface="Arial" panose="020B0604020202020204" pitchFamily="34" charset="0"/>
              <a:buNone/>
            </a:pPr>
            <a:r>
              <a:rPr lang="en-GB"/>
              <a:t>Click to edit subtitle</a:t>
            </a:r>
          </a:p>
        </p:txBody>
      </p:sp>
      <p:cxnSp>
        <p:nvCxnSpPr>
          <p:cNvPr id="15" name="Straight Connector 14">
            <a:extLst>
              <a:ext uri="{FF2B5EF4-FFF2-40B4-BE49-F238E27FC236}">
                <a16:creationId xmlns:a16="http://schemas.microsoft.com/office/drawing/2014/main" id="{B11524BB-F4BC-4AEB-94A0-BB503C2C4FA8}"/>
              </a:ext>
            </a:extLst>
          </p:cNvPr>
          <p:cNvCxnSpPr>
            <a:cxnSpLocks/>
          </p:cNvCxnSpPr>
          <p:nvPr userDrawn="1"/>
        </p:nvCxnSpPr>
        <p:spPr>
          <a:xfrm>
            <a:off x="4300239" y="1630363"/>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pic>
        <p:nvPicPr>
          <p:cNvPr id="16" name="Picture 24">
            <a:extLst>
              <a:ext uri="{FF2B5EF4-FFF2-40B4-BE49-F238E27FC236}">
                <a16:creationId xmlns:a16="http://schemas.microsoft.com/office/drawing/2014/main" id="{35BB38C2-63E4-4A16-81BD-B427A3040B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75167" y="512763"/>
            <a:ext cx="648139" cy="572088"/>
          </a:xfrm>
          <a:prstGeom prst="rect">
            <a:avLst/>
          </a:prstGeom>
        </p:spPr>
      </p:pic>
      <p:cxnSp>
        <p:nvCxnSpPr>
          <p:cNvPr id="17" name="Straight Connector 16">
            <a:extLst>
              <a:ext uri="{FF2B5EF4-FFF2-40B4-BE49-F238E27FC236}">
                <a16:creationId xmlns:a16="http://schemas.microsoft.com/office/drawing/2014/main" id="{6F6302C9-0C6D-4FA3-9AD4-CCD74ACB75B6}"/>
              </a:ext>
            </a:extLst>
          </p:cNvPr>
          <p:cNvCxnSpPr>
            <a:cxnSpLocks/>
          </p:cNvCxnSpPr>
          <p:nvPr userDrawn="1"/>
        </p:nvCxnSpPr>
        <p:spPr>
          <a:xfrm>
            <a:off x="4300239" y="5915700"/>
            <a:ext cx="7342486" cy="0"/>
          </a:xfrm>
          <a:prstGeom prst="line">
            <a:avLst/>
          </a:prstGeom>
          <a:ln>
            <a:solidFill>
              <a:srgbClr val="A2B3C9"/>
            </a:solidFill>
          </a:ln>
        </p:spPr>
        <p:style>
          <a:lnRef idx="1">
            <a:schemeClr val="accent1"/>
          </a:lnRef>
          <a:fillRef idx="0">
            <a:schemeClr val="accent1"/>
          </a:fillRef>
          <a:effectRef idx="0">
            <a:schemeClr val="accent1"/>
          </a:effectRef>
          <a:fontRef idx="minor">
            <a:schemeClr val="tx1"/>
          </a:fontRef>
        </p:style>
      </p:cxnSp>
      <p:sp>
        <p:nvSpPr>
          <p:cNvPr id="20" name="txtFooter">
            <a:extLst>
              <a:ext uri="{FF2B5EF4-FFF2-40B4-BE49-F238E27FC236}">
                <a16:creationId xmlns:a16="http://schemas.microsoft.com/office/drawing/2014/main" id="{5F8AD539-E423-45B2-A905-228146744851}"/>
              </a:ext>
            </a:extLst>
          </p:cNvPr>
          <p:cNvSpPr txBox="1"/>
          <p:nvPr userDrawn="1"/>
        </p:nvSpPr>
        <p:spPr>
          <a:xfrm>
            <a:off x="4300239"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accent5"/>
                </a:solidFill>
              </a:rPr>
              <a:t>© PA Knowledge Limited  |     </a:t>
            </a:r>
            <a:endParaRPr lang="en-GB"/>
          </a:p>
        </p:txBody>
      </p:sp>
      <p:sp>
        <p:nvSpPr>
          <p:cNvPr id="21" name="Rectangle 20" descr="{&quot;templafy&quot;:{&quot;id&quot;:&quot;0fbc4e72-ebee-4212-9f8e-cbf74b42ca08&quot;}}">
            <a:extLst>
              <a:ext uri="{FF2B5EF4-FFF2-40B4-BE49-F238E27FC236}">
                <a16:creationId xmlns:a16="http://schemas.microsoft.com/office/drawing/2014/main" id="{F20CF9DC-5B12-4927-98D5-BD3DBD780223}"/>
              </a:ext>
            </a:extLst>
          </p:cNvPr>
          <p:cNvSpPr/>
          <p:nvPr userDrawn="1"/>
        </p:nvSpPr>
        <p:spPr>
          <a:xfrm>
            <a:off x="5550307"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rgbClr val="9AB1C5"/>
                </a:solidFill>
              </a:rPr>
              <a:t>PA Confidential – Internal use only</a:t>
            </a:r>
          </a:p>
        </p:txBody>
      </p:sp>
      <p:pic>
        <p:nvPicPr>
          <p:cNvPr id="3" name="Graphic 2">
            <a:extLst>
              <a:ext uri="{FF2B5EF4-FFF2-40B4-BE49-F238E27FC236}">
                <a16:creationId xmlns:a16="http://schemas.microsoft.com/office/drawing/2014/main" id="{3DC6DE4B-62F5-4C88-9A00-7FB96E9FB80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11332" y="6056947"/>
            <a:ext cx="1872000" cy="324000"/>
          </a:xfrm>
          <a:prstGeom prst="rect">
            <a:avLst/>
          </a:prstGeom>
        </p:spPr>
      </p:pic>
    </p:spTree>
    <p:extLst>
      <p:ext uri="{BB962C8B-B14F-4D97-AF65-F5344CB8AC3E}">
        <p14:creationId xmlns:p14="http://schemas.microsoft.com/office/powerpoint/2010/main" val="55534110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 Text A">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69278E-0127-48E4-B124-96B0AEF055BD}"/>
              </a:ext>
            </a:extLst>
          </p:cNvPr>
          <p:cNvSpPr>
            <a:spLocks noGrp="1"/>
          </p:cNvSpPr>
          <p:nvPr>
            <p:ph type="pic" sz="quarter" idx="27"/>
          </p:nvPr>
        </p:nvSpPr>
        <p:spPr>
          <a:xfrm>
            <a:off x="3360737" y="0"/>
            <a:ext cx="8834436" cy="6859588"/>
          </a:xfrm>
          <a:prstGeom prst="rect">
            <a:avLst/>
          </a:prstGeom>
          <a:solidFill>
            <a:schemeClr val="accent6"/>
          </a:solidFill>
        </p:spPr>
        <p:txBody>
          <a:bodyPr wrap="square" anchor="ctr">
            <a:noAutofit/>
          </a:bodyPr>
          <a:lstStyle>
            <a:lvl1pPr algn="ctr">
              <a:defRPr/>
            </a:lvl1pPr>
          </a:lstStyle>
          <a:p>
            <a:endParaRPr lang="en-GB"/>
          </a:p>
        </p:txBody>
      </p:sp>
      <p:sp>
        <p:nvSpPr>
          <p:cNvPr id="2" name="Title 1">
            <a:extLst>
              <a:ext uri="{FF2B5EF4-FFF2-40B4-BE49-F238E27FC236}">
                <a16:creationId xmlns:a16="http://schemas.microsoft.com/office/drawing/2014/main" id="{C4998444-3E2E-49E6-BAB5-492E71C48939}"/>
              </a:ext>
            </a:extLst>
          </p:cNvPr>
          <p:cNvSpPr>
            <a:spLocks noGrp="1"/>
          </p:cNvSpPr>
          <p:nvPr>
            <p:ph type="title"/>
          </p:nvPr>
        </p:nvSpPr>
        <p:spPr>
          <a:xfrm>
            <a:off x="554356" y="512763"/>
            <a:ext cx="2663508" cy="792465"/>
          </a:xfrm>
        </p:spPr>
        <p:txBody>
          <a:bodyPr/>
          <a:lstStyle>
            <a:lvl1pPr>
              <a:defRPr sz="2400"/>
            </a:lvl1pPr>
          </a:lstStyle>
          <a:p>
            <a:r>
              <a:rPr lang="en-GB"/>
              <a:t>Click to edit Master title style</a:t>
            </a:r>
          </a:p>
        </p:txBody>
      </p:sp>
      <p:cxnSp>
        <p:nvCxnSpPr>
          <p:cNvPr id="6" name="Straight Connector 5">
            <a:extLst>
              <a:ext uri="{FF2B5EF4-FFF2-40B4-BE49-F238E27FC236}">
                <a16:creationId xmlns:a16="http://schemas.microsoft.com/office/drawing/2014/main" id="{C907166C-BF46-4A42-88C8-4A809512797F}"/>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0D96F6BD-24B8-4BD2-A834-883957701F03}"/>
              </a:ext>
            </a:extLst>
          </p:cNvPr>
          <p:cNvSpPr>
            <a:spLocks noGrp="1"/>
          </p:cNvSpPr>
          <p:nvPr>
            <p:ph idx="1"/>
          </p:nvPr>
        </p:nvSpPr>
        <p:spPr>
          <a:xfrm>
            <a:off x="556260" y="1634935"/>
            <a:ext cx="2661603"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1" name="Rectangle 10" descr="{&quot;templafy&quot;:{&quot;id&quot;:&quot;c37b750c-139a-4f42-9c3a-406d729af8b2&quot;}}">
            <a:extLst>
              <a:ext uri="{FF2B5EF4-FFF2-40B4-BE49-F238E27FC236}">
                <a16:creationId xmlns:a16="http://schemas.microsoft.com/office/drawing/2014/main" id="{E85933CF-2E07-4D4E-9911-F315F4A8C593}"/>
              </a:ext>
            </a:extLst>
          </p:cNvPr>
          <p:cNvSpPr/>
          <p:nvPr userDrawn="1"/>
        </p:nvSpPr>
        <p:spPr>
          <a:xfrm>
            <a:off x="554354" y="6288287"/>
            <a:ext cx="2661603"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rgbClr val="9AB1C5"/>
                </a:solidFill>
              </a:rPr>
              <a:t>PA Confidential – Internal use only</a:t>
            </a:r>
          </a:p>
        </p:txBody>
      </p:sp>
      <p:sp>
        <p:nvSpPr>
          <p:cNvPr id="12" name="txtFooter">
            <a:extLst>
              <a:ext uri="{FF2B5EF4-FFF2-40B4-BE49-F238E27FC236}">
                <a16:creationId xmlns:a16="http://schemas.microsoft.com/office/drawing/2014/main" id="{DAF82FC6-854A-4F64-8369-1D067ABB701E}"/>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accent5"/>
                </a:solidFill>
              </a:rPr>
              <a:t>© PA Knowledge Limited  |     </a:t>
            </a:r>
            <a:endParaRPr lang="en-GB"/>
          </a:p>
        </p:txBody>
      </p:sp>
    </p:spTree>
    <p:extLst>
      <p:ext uri="{BB962C8B-B14F-4D97-AF65-F5344CB8AC3E}">
        <p14:creationId xmlns:p14="http://schemas.microsoft.com/office/powerpoint/2010/main" val="31490356"/>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Image + Text B">
    <p:bg>
      <p:bgPr>
        <a:solidFill>
          <a:schemeClr val="accent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469278E-0127-48E4-B124-96B0AEF055BD}"/>
              </a:ext>
            </a:extLst>
          </p:cNvPr>
          <p:cNvSpPr>
            <a:spLocks noGrp="1"/>
          </p:cNvSpPr>
          <p:nvPr>
            <p:ph type="pic" sz="quarter" idx="27"/>
          </p:nvPr>
        </p:nvSpPr>
        <p:spPr>
          <a:xfrm>
            <a:off x="3360737" y="0"/>
            <a:ext cx="8834436" cy="6859588"/>
          </a:xfrm>
          <a:prstGeom prst="rect">
            <a:avLst/>
          </a:prstGeom>
          <a:solidFill>
            <a:schemeClr val="accent6"/>
          </a:solidFill>
        </p:spPr>
        <p:txBody>
          <a:bodyPr wrap="square" anchor="ctr">
            <a:noAutofit/>
          </a:bodyPr>
          <a:lstStyle>
            <a:lvl1pPr algn="ctr">
              <a:defRPr/>
            </a:lvl1pPr>
          </a:lstStyle>
          <a:p>
            <a:endParaRPr lang="en-GB"/>
          </a:p>
        </p:txBody>
      </p:sp>
      <p:sp>
        <p:nvSpPr>
          <p:cNvPr id="2" name="Title 1">
            <a:extLst>
              <a:ext uri="{FF2B5EF4-FFF2-40B4-BE49-F238E27FC236}">
                <a16:creationId xmlns:a16="http://schemas.microsoft.com/office/drawing/2014/main" id="{C4998444-3E2E-49E6-BAB5-492E71C48939}"/>
              </a:ext>
            </a:extLst>
          </p:cNvPr>
          <p:cNvSpPr>
            <a:spLocks noGrp="1"/>
          </p:cNvSpPr>
          <p:nvPr>
            <p:ph type="title"/>
          </p:nvPr>
        </p:nvSpPr>
        <p:spPr>
          <a:xfrm>
            <a:off x="554356" y="512763"/>
            <a:ext cx="2663508" cy="792465"/>
          </a:xfrm>
        </p:spPr>
        <p:txBody>
          <a:bodyPr/>
          <a:lstStyle>
            <a:lvl1pPr>
              <a:defRPr sz="2400">
                <a:solidFill>
                  <a:schemeClr val="bg1"/>
                </a:solidFill>
              </a:defRPr>
            </a:lvl1pPr>
          </a:lstStyle>
          <a:p>
            <a:r>
              <a:rPr lang="en-GB"/>
              <a:t>Click to edit Master title style</a:t>
            </a:r>
          </a:p>
        </p:txBody>
      </p:sp>
      <p:cxnSp>
        <p:nvCxnSpPr>
          <p:cNvPr id="6" name="Straight Connector 5">
            <a:extLst>
              <a:ext uri="{FF2B5EF4-FFF2-40B4-BE49-F238E27FC236}">
                <a16:creationId xmlns:a16="http://schemas.microsoft.com/office/drawing/2014/main" id="{C907166C-BF46-4A42-88C8-4A809512797F}"/>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0D96F6BD-24B8-4BD2-A834-883957701F03}"/>
              </a:ext>
            </a:extLst>
          </p:cNvPr>
          <p:cNvSpPr>
            <a:spLocks noGrp="1"/>
          </p:cNvSpPr>
          <p:nvPr>
            <p:ph idx="1"/>
          </p:nvPr>
        </p:nvSpPr>
        <p:spPr>
          <a:xfrm>
            <a:off x="556260" y="1634935"/>
            <a:ext cx="2661603" cy="4535487"/>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baseline="0">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1" name="Rectangle 10" descr="{&quot;templafy&quot;:{&quot;id&quot;:&quot;35ce96dd-bbe1-4165-b6be-5582d1d7571c&quot;}}">
            <a:extLst>
              <a:ext uri="{FF2B5EF4-FFF2-40B4-BE49-F238E27FC236}">
                <a16:creationId xmlns:a16="http://schemas.microsoft.com/office/drawing/2014/main" id="{9BA48053-1A5D-4A47-AE95-11FBDA3C42CE}"/>
              </a:ext>
            </a:extLst>
          </p:cNvPr>
          <p:cNvSpPr/>
          <p:nvPr userDrawn="1"/>
        </p:nvSpPr>
        <p:spPr>
          <a:xfrm>
            <a:off x="554354" y="6288287"/>
            <a:ext cx="2661603"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rgbClr val="9AB1C5"/>
                </a:solidFill>
              </a:rPr>
              <a:t>PA Confidential – Internal use only</a:t>
            </a:r>
          </a:p>
        </p:txBody>
      </p:sp>
      <p:sp>
        <p:nvSpPr>
          <p:cNvPr id="12" name="txtFooter">
            <a:extLst>
              <a:ext uri="{FF2B5EF4-FFF2-40B4-BE49-F238E27FC236}">
                <a16:creationId xmlns:a16="http://schemas.microsoft.com/office/drawing/2014/main" id="{1FF39E47-53E5-4AB9-B168-678733F8FD7F}"/>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accent5"/>
                </a:solidFill>
              </a:rPr>
              <a:t>© PA Knowledge Limited  |     </a:t>
            </a:r>
            <a:endParaRPr lang="en-GB"/>
          </a:p>
        </p:txBody>
      </p:sp>
    </p:spTree>
    <p:extLst>
      <p:ext uri="{BB962C8B-B14F-4D97-AF65-F5344CB8AC3E}">
        <p14:creationId xmlns:p14="http://schemas.microsoft.com/office/powerpoint/2010/main" val="2403087012"/>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 + Text C">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92FC57C-6C3E-4567-9A08-B612CC955A17}"/>
              </a:ext>
            </a:extLst>
          </p:cNvPr>
          <p:cNvSpPr/>
          <p:nvPr userDrawn="1"/>
        </p:nvSpPr>
        <p:spPr>
          <a:xfrm>
            <a:off x="552450" y="693738"/>
            <a:ext cx="11090275" cy="5472112"/>
          </a:xfrm>
          <a:prstGeom prst="roundRect">
            <a:avLst>
              <a:gd name="adj" fmla="val 140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p>
        </p:txBody>
      </p:sp>
      <p:sp>
        <p:nvSpPr>
          <p:cNvPr id="10" name="plcSlideNumber">
            <a:extLst>
              <a:ext uri="{FF2B5EF4-FFF2-40B4-BE49-F238E27FC236}">
                <a16:creationId xmlns:a16="http://schemas.microsoft.com/office/drawing/2014/main" id="{9FA52A4F-B311-4C3E-9D9A-670BEFBE303C}"/>
              </a:ext>
            </a:extLst>
          </p:cNvPr>
          <p:cNvSpPr>
            <a:spLocks noGrp="1"/>
          </p:cNvSpPr>
          <p:nvPr userDrawn="1"/>
        </p:nvSpPr>
        <p:spPr>
          <a:xfrm>
            <a:off x="5668698" y="6554864"/>
            <a:ext cx="857778"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accent5"/>
                </a:solidFill>
              </a:rPr>
              <a:pPr algn="ctr"/>
              <a:t>‹#›</a:t>
            </a:fld>
            <a:endParaRPr lang="en-GB" sz="800">
              <a:solidFill>
                <a:schemeClr val="accent5"/>
              </a:solidFill>
            </a:endParaRPr>
          </a:p>
        </p:txBody>
      </p:sp>
      <p:sp>
        <p:nvSpPr>
          <p:cNvPr id="12" name="Picture Placeholder 11">
            <a:extLst>
              <a:ext uri="{FF2B5EF4-FFF2-40B4-BE49-F238E27FC236}">
                <a16:creationId xmlns:a16="http://schemas.microsoft.com/office/drawing/2014/main" id="{A249E0E7-0F3D-441A-BCEF-D742D32F9410}"/>
              </a:ext>
            </a:extLst>
          </p:cNvPr>
          <p:cNvSpPr>
            <a:spLocks noGrp="1"/>
          </p:cNvSpPr>
          <p:nvPr>
            <p:ph type="pic" sz="quarter" idx="27"/>
          </p:nvPr>
        </p:nvSpPr>
        <p:spPr>
          <a:xfrm>
            <a:off x="3360737" y="693738"/>
            <a:ext cx="8281988" cy="5472112"/>
          </a:xfrm>
          <a:custGeom>
            <a:avLst/>
            <a:gdLst>
              <a:gd name="connsiteX0" fmla="*/ 0 w 8281988"/>
              <a:gd name="connsiteY0" fmla="*/ 0 h 5472112"/>
              <a:gd name="connsiteX1" fmla="*/ 8205105 w 8281988"/>
              <a:gd name="connsiteY1" fmla="*/ 0 h 5472112"/>
              <a:gd name="connsiteX2" fmla="*/ 8281988 w 8281988"/>
              <a:gd name="connsiteY2" fmla="*/ 76883 h 5472112"/>
              <a:gd name="connsiteX3" fmla="*/ 8281988 w 8281988"/>
              <a:gd name="connsiteY3" fmla="*/ 5395229 h 5472112"/>
              <a:gd name="connsiteX4" fmla="*/ 8205105 w 8281988"/>
              <a:gd name="connsiteY4" fmla="*/ 5472112 h 5472112"/>
              <a:gd name="connsiteX5" fmla="*/ 0 w 8281988"/>
              <a:gd name="connsiteY5" fmla="*/ 5472112 h 547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1988" h="5472112">
                <a:moveTo>
                  <a:pt x="0" y="0"/>
                </a:moveTo>
                <a:lnTo>
                  <a:pt x="8205105" y="0"/>
                </a:lnTo>
                <a:cubicBezTo>
                  <a:pt x="8247566" y="0"/>
                  <a:pt x="8281988" y="34422"/>
                  <a:pt x="8281988" y="76883"/>
                </a:cubicBezTo>
                <a:lnTo>
                  <a:pt x="8281988" y="5395229"/>
                </a:lnTo>
                <a:cubicBezTo>
                  <a:pt x="8281988" y="5437690"/>
                  <a:pt x="8247566" y="5472112"/>
                  <a:pt x="8205105" y="5472112"/>
                </a:cubicBezTo>
                <a:lnTo>
                  <a:pt x="0" y="5472112"/>
                </a:lnTo>
                <a:close/>
              </a:path>
            </a:pathLst>
          </a:custGeom>
          <a:solidFill>
            <a:schemeClr val="accent6"/>
          </a:solidFill>
        </p:spPr>
        <p:txBody>
          <a:bodyPr wrap="square" anchor="ctr">
            <a:noAutofit/>
          </a:bodyPr>
          <a:lstStyle>
            <a:lvl1pPr algn="ctr">
              <a:defRPr/>
            </a:lvl1pPr>
          </a:lstStyle>
          <a:p>
            <a:endParaRPr lang="en-GB"/>
          </a:p>
        </p:txBody>
      </p:sp>
      <p:sp>
        <p:nvSpPr>
          <p:cNvPr id="13" name="Title 1">
            <a:extLst>
              <a:ext uri="{FF2B5EF4-FFF2-40B4-BE49-F238E27FC236}">
                <a16:creationId xmlns:a16="http://schemas.microsoft.com/office/drawing/2014/main" id="{F51C6C8C-C286-4F88-AB7F-D3B0B7A93F6A}"/>
              </a:ext>
            </a:extLst>
          </p:cNvPr>
          <p:cNvSpPr>
            <a:spLocks noGrp="1"/>
          </p:cNvSpPr>
          <p:nvPr>
            <p:ph type="title"/>
          </p:nvPr>
        </p:nvSpPr>
        <p:spPr>
          <a:xfrm>
            <a:off x="773812" y="897205"/>
            <a:ext cx="2444051" cy="792465"/>
          </a:xfrm>
        </p:spPr>
        <p:txBody>
          <a:bodyPr/>
          <a:lstStyle>
            <a:lvl1pPr>
              <a:defRPr sz="2000">
                <a:solidFill>
                  <a:schemeClr val="bg1"/>
                </a:solidFill>
              </a:defRPr>
            </a:lvl1pPr>
          </a:lstStyle>
          <a:p>
            <a:r>
              <a:rPr lang="en-GB"/>
              <a:t>Click to edit Master title style</a:t>
            </a:r>
          </a:p>
        </p:txBody>
      </p:sp>
      <p:cxnSp>
        <p:nvCxnSpPr>
          <p:cNvPr id="14" name="Straight Connector 13">
            <a:extLst>
              <a:ext uri="{FF2B5EF4-FFF2-40B4-BE49-F238E27FC236}">
                <a16:creationId xmlns:a16="http://schemas.microsoft.com/office/drawing/2014/main" id="{0C50824C-0ADC-4AFB-8811-11F2D443B63C}"/>
              </a:ext>
            </a:extLst>
          </p:cNvPr>
          <p:cNvCxnSpPr>
            <a:cxnSpLocks/>
          </p:cNvCxnSpPr>
          <p:nvPr userDrawn="1"/>
        </p:nvCxnSpPr>
        <p:spPr>
          <a:xfrm>
            <a:off x="773810" y="1859706"/>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FB06C9CD-3287-4D22-ABE7-8CB7607A7AF4}"/>
              </a:ext>
            </a:extLst>
          </p:cNvPr>
          <p:cNvSpPr>
            <a:spLocks noGrp="1"/>
          </p:cNvSpPr>
          <p:nvPr>
            <p:ph idx="1"/>
          </p:nvPr>
        </p:nvSpPr>
        <p:spPr>
          <a:xfrm>
            <a:off x="775716" y="2019378"/>
            <a:ext cx="2442147" cy="3943006"/>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baseline="0">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Tree>
    <p:extLst>
      <p:ext uri="{BB962C8B-B14F-4D97-AF65-F5344CB8AC3E}">
        <p14:creationId xmlns:p14="http://schemas.microsoft.com/office/powerpoint/2010/main" val="224924891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grpSp>
        <p:nvGrpSpPr>
          <p:cNvPr id="3" name="SP Agenda Section" hidden="1"/>
          <p:cNvGrpSpPr/>
          <p:nvPr userDrawn="1"/>
        </p:nvGrpSpPr>
        <p:grpSpPr>
          <a:xfrm>
            <a:off x="514872" y="1513190"/>
            <a:ext cx="11223851" cy="369418"/>
            <a:chOff x="1797664" y="2085631"/>
            <a:chExt cx="11220928" cy="369332"/>
          </a:xfrm>
        </p:grpSpPr>
        <p:sp>
          <p:nvSpPr>
            <p:cNvPr id="20" name="Section Title" hidden="1"/>
            <p:cNvSpPr txBox="1">
              <a:spLocks/>
            </p:cNvSpPr>
            <p:nvPr userDrawn="1"/>
          </p:nvSpPr>
          <p:spPr>
            <a:xfrm>
              <a:off x="2267220" y="2085631"/>
              <a:ext cx="3843347" cy="369332"/>
            </a:xfrm>
            <a:prstGeom prst="rect">
              <a:avLst/>
            </a:prstGeom>
            <a:noFill/>
          </p:spPr>
          <p:txBody>
            <a:bodyPr wrap="square" rtlCol="0" anchor="ctr">
              <a:normAutofit/>
            </a:bodyPr>
            <a:lstStyle/>
            <a:p>
              <a:pPr defTabSz="9336134">
                <a:tabLst>
                  <a:tab pos="9513964" algn="l"/>
                </a:tabLst>
              </a:pPr>
              <a:r>
                <a:rPr lang="en-GB" sz="1400"/>
                <a:t>&lt;TEXT&gt;</a:t>
              </a:r>
              <a:endParaRPr lang="en-GB"/>
            </a:p>
          </p:txBody>
        </p:sp>
        <p:sp>
          <p:nvSpPr>
            <p:cNvPr id="21" name="Section Number" hidden="1"/>
            <p:cNvSpPr txBox="1">
              <a:spLocks/>
            </p:cNvSpPr>
            <p:nvPr userDrawn="1"/>
          </p:nvSpPr>
          <p:spPr>
            <a:xfrm>
              <a:off x="1797664" y="2085631"/>
              <a:ext cx="379556" cy="369332"/>
            </a:xfrm>
            <a:prstGeom prst="rect">
              <a:avLst/>
            </a:prstGeom>
            <a:noFill/>
          </p:spPr>
          <p:txBody>
            <a:bodyPr wrap="none" rtlCol="0" anchor="ctr">
              <a:noAutofit/>
            </a:bodyPr>
            <a:lstStyle/>
            <a:p>
              <a:pPr algn="ctr"/>
              <a:r>
                <a:rPr lang="en-GB" sz="1400"/>
                <a:t>&lt;N&gt;</a:t>
              </a:r>
              <a:endParaRPr lang="en-GB"/>
            </a:p>
          </p:txBody>
        </p:sp>
        <p:sp>
          <p:nvSpPr>
            <p:cNvPr id="22" name="Slide Number" hidden="1"/>
            <p:cNvSpPr txBox="1">
              <a:spLocks/>
            </p:cNvSpPr>
            <p:nvPr userDrawn="1"/>
          </p:nvSpPr>
          <p:spPr>
            <a:xfrm>
              <a:off x="12381598" y="2085631"/>
              <a:ext cx="636994" cy="369332"/>
            </a:xfrm>
            <a:prstGeom prst="rect">
              <a:avLst/>
            </a:prstGeom>
            <a:noFill/>
          </p:spPr>
          <p:txBody>
            <a:bodyPr wrap="none" rtlCol="0" anchor="ctr">
              <a:noAutofit/>
            </a:bodyPr>
            <a:lstStyle/>
            <a:p>
              <a:pPr algn="r"/>
              <a:r>
                <a:rPr lang="en-GB" sz="1400"/>
                <a:t>&lt;P&gt;</a:t>
              </a:r>
              <a:endParaRPr lang="en-GB"/>
            </a:p>
          </p:txBody>
        </p:sp>
        <p:sp>
          <p:nvSpPr>
            <p:cNvPr id="24" name="Timeslot" hidden="1"/>
            <p:cNvSpPr txBox="1">
              <a:spLocks/>
            </p:cNvSpPr>
            <p:nvPr userDrawn="1"/>
          </p:nvSpPr>
          <p:spPr>
            <a:xfrm>
              <a:off x="9186141" y="2085631"/>
              <a:ext cx="1257061" cy="369332"/>
            </a:xfrm>
            <a:prstGeom prst="rect">
              <a:avLst/>
            </a:prstGeom>
            <a:noFill/>
          </p:spPr>
          <p:txBody>
            <a:bodyPr wrap="none" rtlCol="0" anchor="ctr">
              <a:noAutofit/>
            </a:bodyPr>
            <a:lstStyle/>
            <a:p>
              <a:pPr algn="l"/>
              <a:r>
                <a:rPr lang="en-GB" sz="1400"/>
                <a:t>&lt;TIMESLOT&gt;</a:t>
              </a:r>
              <a:endParaRPr lang="en-GB"/>
            </a:p>
          </p:txBody>
        </p:sp>
        <p:sp>
          <p:nvSpPr>
            <p:cNvPr id="28" name="Responsible" hidden="1"/>
            <p:cNvSpPr txBox="1">
              <a:spLocks/>
            </p:cNvSpPr>
            <p:nvPr userDrawn="1"/>
          </p:nvSpPr>
          <p:spPr>
            <a:xfrm>
              <a:off x="6209330" y="2085631"/>
              <a:ext cx="1388067" cy="369332"/>
            </a:xfrm>
            <a:prstGeom prst="rect">
              <a:avLst/>
            </a:prstGeom>
            <a:noFill/>
          </p:spPr>
          <p:txBody>
            <a:bodyPr wrap="none" rtlCol="0" anchor="ctr">
              <a:noAutofit/>
            </a:bodyPr>
            <a:lstStyle/>
            <a:p>
              <a:pPr algn="l"/>
              <a:r>
                <a:rPr lang="en-GB" sz="1400"/>
                <a:t>&lt;RESPONSIBLE&gt;</a:t>
              </a:r>
              <a:endParaRPr lang="en-GB"/>
            </a:p>
          </p:txBody>
        </p:sp>
        <p:sp>
          <p:nvSpPr>
            <p:cNvPr id="29" name="Duration" hidden="1"/>
            <p:cNvSpPr txBox="1">
              <a:spLocks/>
            </p:cNvSpPr>
            <p:nvPr userDrawn="1"/>
          </p:nvSpPr>
          <p:spPr>
            <a:xfrm>
              <a:off x="11049857" y="2085631"/>
              <a:ext cx="684723" cy="369332"/>
            </a:xfrm>
            <a:prstGeom prst="rect">
              <a:avLst/>
            </a:prstGeom>
            <a:noFill/>
          </p:spPr>
          <p:txBody>
            <a:bodyPr wrap="none" rtlCol="0" anchor="ctr">
              <a:noAutofit/>
            </a:bodyPr>
            <a:lstStyle/>
            <a:p>
              <a:pPr algn="l"/>
              <a:r>
                <a:rPr lang="en-GB" sz="1400"/>
                <a:t>&lt;DURATION&gt;</a:t>
              </a:r>
              <a:endParaRPr lang="en-GB"/>
            </a:p>
          </p:txBody>
        </p:sp>
      </p:grpSp>
      <p:grpSp>
        <p:nvGrpSpPr>
          <p:cNvPr id="4" name="SP Agenda Section Highlight" hidden="1"/>
          <p:cNvGrpSpPr>
            <a:grpSpLocks/>
          </p:cNvGrpSpPr>
          <p:nvPr userDrawn="1"/>
        </p:nvGrpSpPr>
        <p:grpSpPr>
          <a:xfrm>
            <a:off x="514871" y="2044645"/>
            <a:ext cx="11223851" cy="369418"/>
            <a:chOff x="1797664" y="2616963"/>
            <a:chExt cx="11220930" cy="369332"/>
          </a:xfrm>
          <a:solidFill>
            <a:schemeClr val="accent1">
              <a:lumMod val="60000"/>
              <a:lumOff val="40000"/>
            </a:schemeClr>
          </a:solidFill>
        </p:grpSpPr>
        <p:sp>
          <p:nvSpPr>
            <p:cNvPr id="32" name="Section Title" hidden="1"/>
            <p:cNvSpPr txBox="1">
              <a:spLocks/>
            </p:cNvSpPr>
            <p:nvPr userDrawn="1"/>
          </p:nvSpPr>
          <p:spPr>
            <a:xfrm>
              <a:off x="2267220" y="2616963"/>
              <a:ext cx="3843347" cy="369332"/>
            </a:xfrm>
            <a:prstGeom prst="rect">
              <a:avLst/>
            </a:prstGeom>
            <a:grpFill/>
          </p:spPr>
          <p:txBody>
            <a:bodyPr wrap="square" rtlCol="0" anchor="ctr">
              <a:normAutofit/>
            </a:bodyPr>
            <a:lstStyle/>
            <a:p>
              <a:pPr defTabSz="9336134">
                <a:tabLst>
                  <a:tab pos="9513964" algn="l"/>
                </a:tabLst>
              </a:pPr>
              <a:r>
                <a:rPr lang="en-GB" sz="1400" b="1"/>
                <a:t>&lt;TEXT&gt;</a:t>
              </a:r>
              <a:endParaRPr lang="en-GB"/>
            </a:p>
          </p:txBody>
        </p:sp>
        <p:sp>
          <p:nvSpPr>
            <p:cNvPr id="33" name="Section Number" hidden="1"/>
            <p:cNvSpPr txBox="1">
              <a:spLocks/>
            </p:cNvSpPr>
            <p:nvPr userDrawn="1"/>
          </p:nvSpPr>
          <p:spPr>
            <a:xfrm>
              <a:off x="1797664" y="2616963"/>
              <a:ext cx="379556" cy="369332"/>
            </a:xfrm>
            <a:prstGeom prst="rect">
              <a:avLst/>
            </a:prstGeom>
            <a:grpFill/>
          </p:spPr>
          <p:txBody>
            <a:bodyPr wrap="none" rtlCol="0" anchor="ctr">
              <a:noAutofit/>
            </a:bodyPr>
            <a:lstStyle/>
            <a:p>
              <a:pPr algn="ctr"/>
              <a:r>
                <a:rPr lang="en-GB" sz="1400" b="1"/>
                <a:t>&lt;N&gt;</a:t>
              </a:r>
              <a:endParaRPr lang="en-GB"/>
            </a:p>
          </p:txBody>
        </p:sp>
        <p:sp>
          <p:nvSpPr>
            <p:cNvPr id="34" name="Slide Number" hidden="1"/>
            <p:cNvSpPr txBox="1">
              <a:spLocks/>
            </p:cNvSpPr>
            <p:nvPr userDrawn="1"/>
          </p:nvSpPr>
          <p:spPr>
            <a:xfrm>
              <a:off x="12381600" y="2616963"/>
              <a:ext cx="636994" cy="369332"/>
            </a:xfrm>
            <a:prstGeom prst="rect">
              <a:avLst/>
            </a:prstGeom>
            <a:grpFill/>
          </p:spPr>
          <p:txBody>
            <a:bodyPr wrap="none" rtlCol="0" anchor="ctr">
              <a:noAutofit/>
            </a:bodyPr>
            <a:lstStyle/>
            <a:p>
              <a:pPr algn="r"/>
              <a:r>
                <a:rPr lang="en-GB" sz="1400" b="1"/>
                <a:t>&lt;P&gt;</a:t>
              </a:r>
              <a:endParaRPr lang="en-GB"/>
            </a:p>
          </p:txBody>
        </p:sp>
        <p:sp>
          <p:nvSpPr>
            <p:cNvPr id="35" name="Timeslot" hidden="1"/>
            <p:cNvSpPr txBox="1">
              <a:spLocks/>
            </p:cNvSpPr>
            <p:nvPr userDrawn="1"/>
          </p:nvSpPr>
          <p:spPr>
            <a:xfrm>
              <a:off x="9178685" y="2616963"/>
              <a:ext cx="1257061" cy="369332"/>
            </a:xfrm>
            <a:prstGeom prst="rect">
              <a:avLst/>
            </a:prstGeom>
            <a:grpFill/>
          </p:spPr>
          <p:txBody>
            <a:bodyPr wrap="none" rtlCol="0" anchor="ctr">
              <a:noAutofit/>
            </a:bodyPr>
            <a:lstStyle/>
            <a:p>
              <a:pPr algn="l"/>
              <a:r>
                <a:rPr lang="en-GB" sz="1400" b="1"/>
                <a:t>&lt;TIMESLOT&gt;</a:t>
              </a:r>
              <a:endParaRPr lang="en-GB"/>
            </a:p>
          </p:txBody>
        </p:sp>
        <p:sp>
          <p:nvSpPr>
            <p:cNvPr id="36" name="Responsible" hidden="1"/>
            <p:cNvSpPr txBox="1">
              <a:spLocks/>
            </p:cNvSpPr>
            <p:nvPr userDrawn="1"/>
          </p:nvSpPr>
          <p:spPr>
            <a:xfrm>
              <a:off x="6209330" y="2616963"/>
              <a:ext cx="1388067" cy="369332"/>
            </a:xfrm>
            <a:prstGeom prst="rect">
              <a:avLst/>
            </a:prstGeom>
            <a:grpFill/>
          </p:spPr>
          <p:txBody>
            <a:bodyPr wrap="none" rtlCol="0" anchor="ctr">
              <a:noAutofit/>
            </a:bodyPr>
            <a:lstStyle/>
            <a:p>
              <a:pPr algn="l"/>
              <a:r>
                <a:rPr lang="en-GB" sz="1400" b="1"/>
                <a:t>&lt;RESPONSIBLE&gt;</a:t>
              </a:r>
              <a:endParaRPr lang="en-GB"/>
            </a:p>
          </p:txBody>
        </p:sp>
        <p:sp>
          <p:nvSpPr>
            <p:cNvPr id="37" name="Duration" hidden="1"/>
            <p:cNvSpPr txBox="1">
              <a:spLocks/>
            </p:cNvSpPr>
            <p:nvPr userDrawn="1"/>
          </p:nvSpPr>
          <p:spPr>
            <a:xfrm>
              <a:off x="11049859" y="2616963"/>
              <a:ext cx="684723" cy="369332"/>
            </a:xfrm>
            <a:prstGeom prst="rect">
              <a:avLst/>
            </a:prstGeom>
            <a:grpFill/>
          </p:spPr>
          <p:txBody>
            <a:bodyPr wrap="none" rtlCol="0" anchor="ctr">
              <a:noAutofit/>
            </a:bodyPr>
            <a:lstStyle/>
            <a:p>
              <a:pPr algn="l"/>
              <a:r>
                <a:rPr lang="en-GB" sz="1400" b="1"/>
                <a:t>&lt;DURATION&gt;</a:t>
              </a:r>
              <a:endParaRPr lang="en-GB"/>
            </a:p>
          </p:txBody>
        </p:sp>
      </p:grpSp>
      <p:grpSp>
        <p:nvGrpSpPr>
          <p:cNvPr id="8" name="SP Agenda Subsection" hidden="1"/>
          <p:cNvGrpSpPr>
            <a:grpSpLocks/>
          </p:cNvGrpSpPr>
          <p:nvPr userDrawn="1"/>
        </p:nvGrpSpPr>
        <p:grpSpPr>
          <a:xfrm>
            <a:off x="983134" y="2576100"/>
            <a:ext cx="10755588" cy="369418"/>
            <a:chOff x="2265804" y="3155687"/>
            <a:chExt cx="10752786" cy="369332"/>
          </a:xfrm>
        </p:grpSpPr>
        <p:sp>
          <p:nvSpPr>
            <p:cNvPr id="39" name="Section Title" hidden="1"/>
            <p:cNvSpPr txBox="1">
              <a:spLocks/>
            </p:cNvSpPr>
            <p:nvPr userDrawn="1"/>
          </p:nvSpPr>
          <p:spPr>
            <a:xfrm>
              <a:off x="2744123" y="3155687"/>
              <a:ext cx="3366444" cy="369332"/>
            </a:xfrm>
            <a:prstGeom prst="rect">
              <a:avLst/>
            </a:prstGeom>
            <a:noFill/>
          </p:spPr>
          <p:txBody>
            <a:bodyPr wrap="square" rtlCol="0" anchor="ctr">
              <a:normAutofit/>
            </a:bodyPr>
            <a:lstStyle/>
            <a:p>
              <a:pPr defTabSz="9336134">
                <a:tabLst>
                  <a:tab pos="9513964" algn="l"/>
                </a:tabLst>
              </a:pPr>
              <a:r>
                <a:rPr lang="en-GB" sz="1400"/>
                <a:t>&lt;TEXT&gt;</a:t>
              </a:r>
              <a:endParaRPr lang="en-GB"/>
            </a:p>
          </p:txBody>
        </p:sp>
        <p:sp>
          <p:nvSpPr>
            <p:cNvPr id="40" name="Section Number" hidden="1"/>
            <p:cNvSpPr txBox="1">
              <a:spLocks/>
            </p:cNvSpPr>
            <p:nvPr userDrawn="1"/>
          </p:nvSpPr>
          <p:spPr>
            <a:xfrm>
              <a:off x="2265804" y="3155687"/>
              <a:ext cx="379556" cy="369332"/>
            </a:xfrm>
            <a:prstGeom prst="rect">
              <a:avLst/>
            </a:prstGeom>
            <a:noFill/>
          </p:spPr>
          <p:txBody>
            <a:bodyPr wrap="none" rtlCol="0" anchor="ctr">
              <a:noAutofit/>
            </a:bodyPr>
            <a:lstStyle/>
            <a:p>
              <a:pPr algn="ctr"/>
              <a:r>
                <a:rPr lang="en-GB" sz="1400"/>
                <a:t>&lt;N&gt;</a:t>
              </a:r>
              <a:endParaRPr lang="en-GB"/>
            </a:p>
          </p:txBody>
        </p:sp>
        <p:sp>
          <p:nvSpPr>
            <p:cNvPr id="41" name="Slide Number" hidden="1"/>
            <p:cNvSpPr txBox="1">
              <a:spLocks/>
            </p:cNvSpPr>
            <p:nvPr userDrawn="1"/>
          </p:nvSpPr>
          <p:spPr>
            <a:xfrm>
              <a:off x="12381596" y="3155687"/>
              <a:ext cx="636994" cy="369332"/>
            </a:xfrm>
            <a:prstGeom prst="rect">
              <a:avLst/>
            </a:prstGeom>
            <a:noFill/>
          </p:spPr>
          <p:txBody>
            <a:bodyPr wrap="none" rtlCol="0" anchor="ctr">
              <a:noAutofit/>
            </a:bodyPr>
            <a:lstStyle/>
            <a:p>
              <a:pPr algn="r"/>
              <a:r>
                <a:rPr lang="en-GB" sz="1400"/>
                <a:t>&lt;P&gt;</a:t>
              </a:r>
              <a:endParaRPr lang="en-GB"/>
            </a:p>
          </p:txBody>
        </p:sp>
        <p:sp>
          <p:nvSpPr>
            <p:cNvPr id="42" name="Timeslot" hidden="1"/>
            <p:cNvSpPr txBox="1">
              <a:spLocks/>
            </p:cNvSpPr>
            <p:nvPr userDrawn="1"/>
          </p:nvSpPr>
          <p:spPr>
            <a:xfrm>
              <a:off x="9186141" y="3155687"/>
              <a:ext cx="1257061" cy="369332"/>
            </a:xfrm>
            <a:prstGeom prst="rect">
              <a:avLst/>
            </a:prstGeom>
            <a:noFill/>
          </p:spPr>
          <p:txBody>
            <a:bodyPr wrap="none" rtlCol="0" anchor="ctr">
              <a:noAutofit/>
            </a:bodyPr>
            <a:lstStyle/>
            <a:p>
              <a:pPr algn="l"/>
              <a:r>
                <a:rPr lang="en-GB" sz="1400"/>
                <a:t>&lt;TIMESLOT&gt;</a:t>
              </a:r>
              <a:endParaRPr lang="en-GB"/>
            </a:p>
          </p:txBody>
        </p:sp>
        <p:sp>
          <p:nvSpPr>
            <p:cNvPr id="43" name="Responsible" hidden="1"/>
            <p:cNvSpPr txBox="1">
              <a:spLocks/>
            </p:cNvSpPr>
            <p:nvPr userDrawn="1"/>
          </p:nvSpPr>
          <p:spPr>
            <a:xfrm>
              <a:off x="6209330" y="3155687"/>
              <a:ext cx="1388067" cy="369332"/>
            </a:xfrm>
            <a:prstGeom prst="rect">
              <a:avLst/>
            </a:prstGeom>
            <a:noFill/>
          </p:spPr>
          <p:txBody>
            <a:bodyPr wrap="none" rtlCol="0" anchor="ctr">
              <a:noAutofit/>
            </a:bodyPr>
            <a:lstStyle/>
            <a:p>
              <a:pPr algn="l"/>
              <a:r>
                <a:rPr lang="en-GB" sz="1400"/>
                <a:t>&lt;RESPONSIBLE&gt;</a:t>
              </a:r>
              <a:endParaRPr lang="en-GB"/>
            </a:p>
          </p:txBody>
        </p:sp>
        <p:sp>
          <p:nvSpPr>
            <p:cNvPr id="44" name="Duration" hidden="1"/>
            <p:cNvSpPr txBox="1">
              <a:spLocks/>
            </p:cNvSpPr>
            <p:nvPr userDrawn="1"/>
          </p:nvSpPr>
          <p:spPr>
            <a:xfrm>
              <a:off x="11049855" y="3155687"/>
              <a:ext cx="684723" cy="369332"/>
            </a:xfrm>
            <a:prstGeom prst="rect">
              <a:avLst/>
            </a:prstGeom>
            <a:noFill/>
          </p:spPr>
          <p:txBody>
            <a:bodyPr wrap="none" rtlCol="0" anchor="ctr">
              <a:noAutofit/>
            </a:bodyPr>
            <a:lstStyle/>
            <a:p>
              <a:pPr algn="l"/>
              <a:r>
                <a:rPr lang="en-GB" sz="1400"/>
                <a:t>&lt;DURATION&gt;</a:t>
              </a:r>
              <a:endParaRPr lang="en-GB"/>
            </a:p>
          </p:txBody>
        </p:sp>
      </p:grpSp>
      <p:grpSp>
        <p:nvGrpSpPr>
          <p:cNvPr id="9" name="SP Agenda Subsection Highlight" hidden="1"/>
          <p:cNvGrpSpPr>
            <a:grpSpLocks/>
          </p:cNvGrpSpPr>
          <p:nvPr userDrawn="1"/>
        </p:nvGrpSpPr>
        <p:grpSpPr>
          <a:xfrm>
            <a:off x="983133" y="3107555"/>
            <a:ext cx="10755589" cy="369418"/>
            <a:chOff x="2265804" y="3694411"/>
            <a:chExt cx="10752789" cy="369332"/>
          </a:xfrm>
          <a:solidFill>
            <a:schemeClr val="accent1">
              <a:lumMod val="60000"/>
              <a:lumOff val="40000"/>
            </a:schemeClr>
          </a:solidFill>
        </p:grpSpPr>
        <p:sp>
          <p:nvSpPr>
            <p:cNvPr id="46" name="Section Title" hidden="1"/>
            <p:cNvSpPr txBox="1">
              <a:spLocks/>
            </p:cNvSpPr>
            <p:nvPr userDrawn="1"/>
          </p:nvSpPr>
          <p:spPr>
            <a:xfrm>
              <a:off x="2744123" y="3694411"/>
              <a:ext cx="3366444" cy="369332"/>
            </a:xfrm>
            <a:prstGeom prst="rect">
              <a:avLst/>
            </a:prstGeom>
            <a:grpFill/>
          </p:spPr>
          <p:txBody>
            <a:bodyPr wrap="square" rtlCol="0" anchor="ctr">
              <a:normAutofit/>
            </a:bodyPr>
            <a:lstStyle/>
            <a:p>
              <a:pPr defTabSz="9336134">
                <a:tabLst>
                  <a:tab pos="9513964" algn="l"/>
                </a:tabLst>
              </a:pPr>
              <a:r>
                <a:rPr lang="en-GB" sz="1400" b="1"/>
                <a:t>&lt;TEXT&gt;</a:t>
              </a:r>
              <a:endParaRPr lang="en-GB"/>
            </a:p>
          </p:txBody>
        </p:sp>
        <p:sp>
          <p:nvSpPr>
            <p:cNvPr id="47" name="Section Number" hidden="1"/>
            <p:cNvSpPr txBox="1">
              <a:spLocks/>
            </p:cNvSpPr>
            <p:nvPr userDrawn="1"/>
          </p:nvSpPr>
          <p:spPr>
            <a:xfrm>
              <a:off x="2265804" y="3694411"/>
              <a:ext cx="379556" cy="369332"/>
            </a:xfrm>
            <a:prstGeom prst="rect">
              <a:avLst/>
            </a:prstGeom>
            <a:grpFill/>
          </p:spPr>
          <p:txBody>
            <a:bodyPr wrap="none" rtlCol="0" anchor="ctr">
              <a:noAutofit/>
            </a:bodyPr>
            <a:lstStyle/>
            <a:p>
              <a:pPr algn="ctr"/>
              <a:r>
                <a:rPr lang="en-GB" sz="1400" b="1"/>
                <a:t>&lt;N&gt;</a:t>
              </a:r>
              <a:endParaRPr lang="en-GB"/>
            </a:p>
          </p:txBody>
        </p:sp>
        <p:sp>
          <p:nvSpPr>
            <p:cNvPr id="48" name="Slide Number" hidden="1"/>
            <p:cNvSpPr txBox="1">
              <a:spLocks/>
            </p:cNvSpPr>
            <p:nvPr userDrawn="1"/>
          </p:nvSpPr>
          <p:spPr>
            <a:xfrm>
              <a:off x="12381599" y="3694411"/>
              <a:ext cx="636994" cy="369332"/>
            </a:xfrm>
            <a:prstGeom prst="rect">
              <a:avLst/>
            </a:prstGeom>
            <a:grpFill/>
          </p:spPr>
          <p:txBody>
            <a:bodyPr wrap="none" rtlCol="0" anchor="ctr">
              <a:noAutofit/>
            </a:bodyPr>
            <a:lstStyle/>
            <a:p>
              <a:pPr algn="r"/>
              <a:r>
                <a:rPr lang="en-GB" sz="1400" b="1"/>
                <a:t>&lt;P&gt;</a:t>
              </a:r>
              <a:endParaRPr lang="en-GB"/>
            </a:p>
          </p:txBody>
        </p:sp>
        <p:sp>
          <p:nvSpPr>
            <p:cNvPr id="49" name="Timeslot" hidden="1"/>
            <p:cNvSpPr txBox="1">
              <a:spLocks/>
            </p:cNvSpPr>
            <p:nvPr userDrawn="1"/>
          </p:nvSpPr>
          <p:spPr>
            <a:xfrm>
              <a:off x="9186143" y="3694411"/>
              <a:ext cx="1257061" cy="369332"/>
            </a:xfrm>
            <a:prstGeom prst="rect">
              <a:avLst/>
            </a:prstGeom>
            <a:grpFill/>
          </p:spPr>
          <p:txBody>
            <a:bodyPr wrap="none" rtlCol="0" anchor="ctr">
              <a:noAutofit/>
            </a:bodyPr>
            <a:lstStyle/>
            <a:p>
              <a:pPr algn="l"/>
              <a:r>
                <a:rPr lang="en-GB" sz="1400" b="1"/>
                <a:t>&lt;TIMESLOT&gt;</a:t>
              </a:r>
              <a:endParaRPr lang="en-GB"/>
            </a:p>
          </p:txBody>
        </p:sp>
        <p:sp>
          <p:nvSpPr>
            <p:cNvPr id="50" name="Responsible" hidden="1"/>
            <p:cNvSpPr txBox="1">
              <a:spLocks/>
            </p:cNvSpPr>
            <p:nvPr userDrawn="1"/>
          </p:nvSpPr>
          <p:spPr>
            <a:xfrm>
              <a:off x="6209330" y="3694411"/>
              <a:ext cx="1388067" cy="369332"/>
            </a:xfrm>
            <a:prstGeom prst="rect">
              <a:avLst/>
            </a:prstGeom>
            <a:grpFill/>
          </p:spPr>
          <p:txBody>
            <a:bodyPr wrap="none" rtlCol="0" anchor="ctr">
              <a:noAutofit/>
            </a:bodyPr>
            <a:lstStyle/>
            <a:p>
              <a:pPr algn="l"/>
              <a:r>
                <a:rPr lang="en-GB" sz="1400" b="1"/>
                <a:t>&lt;RESPONSIBLE&gt;</a:t>
              </a:r>
              <a:endParaRPr lang="en-GB"/>
            </a:p>
          </p:txBody>
        </p:sp>
        <p:sp>
          <p:nvSpPr>
            <p:cNvPr id="51" name="Duration" hidden="1"/>
            <p:cNvSpPr txBox="1">
              <a:spLocks/>
            </p:cNvSpPr>
            <p:nvPr userDrawn="1"/>
          </p:nvSpPr>
          <p:spPr>
            <a:xfrm>
              <a:off x="11059559" y="3694411"/>
              <a:ext cx="684723" cy="369332"/>
            </a:xfrm>
            <a:prstGeom prst="rect">
              <a:avLst/>
            </a:prstGeom>
            <a:grpFill/>
          </p:spPr>
          <p:txBody>
            <a:bodyPr wrap="none" rtlCol="0" anchor="ctr">
              <a:noAutofit/>
            </a:bodyPr>
            <a:lstStyle/>
            <a:p>
              <a:pPr algn="l"/>
              <a:r>
                <a:rPr lang="en-GB" sz="1400" b="1"/>
                <a:t>&lt;DURATION&gt;</a:t>
              </a:r>
              <a:endParaRPr lang="en-GB"/>
            </a:p>
          </p:txBody>
        </p:sp>
      </p:grpSp>
      <p:sp>
        <p:nvSpPr>
          <p:cNvPr id="2" name="Title 1">
            <a:extLst>
              <a:ext uri="{FF2B5EF4-FFF2-40B4-BE49-F238E27FC236}">
                <a16:creationId xmlns:a16="http://schemas.microsoft.com/office/drawing/2014/main" id="{F9E98EAC-E0D3-2C7E-275E-00A94D6C0A80}"/>
              </a:ext>
            </a:extLst>
          </p:cNvPr>
          <p:cNvSpPr>
            <a:spLocks noGrp="1"/>
          </p:cNvSpPr>
          <p:nvPr>
            <p:ph type="title" idx="10" hasCustomPrompt="1"/>
          </p:nvPr>
        </p:nvSpPr>
        <p:spPr/>
        <p:txBody>
          <a:bodyPr/>
          <a:lstStyle/>
          <a:p>
            <a:r>
              <a:rPr lang="en-GB"/>
              <a:t>Agenda</a:t>
            </a:r>
          </a:p>
        </p:txBody>
      </p:sp>
      <p:cxnSp>
        <p:nvCxnSpPr>
          <p:cNvPr id="5" name="Straight Connector 4">
            <a:extLst>
              <a:ext uri="{FF2B5EF4-FFF2-40B4-BE49-F238E27FC236}">
                <a16:creationId xmlns:a16="http://schemas.microsoft.com/office/drawing/2014/main" id="{602A5387-A2F9-BBCA-06A0-814F3EC9A10D}"/>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5308275"/>
      </p:ext>
    </p:extLst>
  </p:cSld>
  <p:clrMapOvr>
    <a:masterClrMapping/>
  </p:clrMapOvr>
  <p:transition>
    <p:fade/>
  </p:transition>
  <p:extLst>
    <p:ext uri="{DCECCB84-F9BA-43D5-87BE-67443E8EF086}">
      <p15:sldGuideLst xmlns:p15="http://schemas.microsoft.com/office/powerpoint/2012/main">
        <p15:guide id="2" pos="116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P Divider 1">
    <p:spTree>
      <p:nvGrpSpPr>
        <p:cNvPr id="1" name=""/>
        <p:cNvGrpSpPr/>
        <p:nvPr/>
      </p:nvGrpSpPr>
      <p:grpSpPr>
        <a:xfrm>
          <a:off x="0" y="0"/>
          <a:ext cx="0" cy="0"/>
          <a:chOff x="0" y="0"/>
          <a:chExt cx="0" cy="0"/>
        </a:xfrm>
      </p:grpSpPr>
      <p:sp>
        <p:nvSpPr>
          <p:cNvPr id="2" name="Picture Placeholder 12">
            <a:extLst>
              <a:ext uri="{FF2B5EF4-FFF2-40B4-BE49-F238E27FC236}">
                <a16:creationId xmlns:a16="http://schemas.microsoft.com/office/drawing/2014/main" id="{7EABE088-8B6D-39F3-4945-480CC48B91B6}"/>
              </a:ext>
            </a:extLst>
          </p:cNvPr>
          <p:cNvSpPr>
            <a:spLocks noGrp="1"/>
          </p:cNvSpPr>
          <p:nvPr>
            <p:ph type="pic" sz="quarter" idx="24"/>
          </p:nvPr>
        </p:nvSpPr>
        <p:spPr>
          <a:xfrm>
            <a:off x="4372880" y="1"/>
            <a:ext cx="7822294" cy="6859588"/>
          </a:xfrm>
          <a:custGeom>
            <a:avLst/>
            <a:gdLst>
              <a:gd name="connsiteX0" fmla="*/ 103786 w 7897812"/>
              <a:gd name="connsiteY0" fmla="*/ 0 h 6859588"/>
              <a:gd name="connsiteX1" fmla="*/ 7897812 w 7897812"/>
              <a:gd name="connsiteY1" fmla="*/ 0 h 6859588"/>
              <a:gd name="connsiteX2" fmla="*/ 7897812 w 7897812"/>
              <a:gd name="connsiteY2" fmla="*/ 6859588 h 6859588"/>
              <a:gd name="connsiteX3" fmla="*/ 103786 w 7897812"/>
              <a:gd name="connsiteY3" fmla="*/ 6859588 h 6859588"/>
              <a:gd name="connsiteX4" fmla="*/ 0 w 7897812"/>
              <a:gd name="connsiteY4" fmla="*/ 6755802 h 6859588"/>
              <a:gd name="connsiteX5" fmla="*/ 0 w 7897812"/>
              <a:gd name="connsiteY5" fmla="*/ 103786 h 6859588"/>
              <a:gd name="connsiteX6" fmla="*/ 103786 w 7897812"/>
              <a:gd name="connsiteY6"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97812" h="6859588">
                <a:moveTo>
                  <a:pt x="103786" y="0"/>
                </a:moveTo>
                <a:lnTo>
                  <a:pt x="7897812" y="0"/>
                </a:lnTo>
                <a:lnTo>
                  <a:pt x="7897812"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endParaRPr lang="en-GB"/>
          </a:p>
        </p:txBody>
      </p:sp>
      <p:grpSp>
        <p:nvGrpSpPr>
          <p:cNvPr id="18" name="SP Agenda Subsection" hidden="1">
            <a:extLst>
              <a:ext uri="{FF2B5EF4-FFF2-40B4-BE49-F238E27FC236}">
                <a16:creationId xmlns:a16="http://schemas.microsoft.com/office/drawing/2014/main" id="{91D61CFA-1A29-4B89-8F49-1E216E25DD2B}"/>
              </a:ext>
            </a:extLst>
          </p:cNvPr>
          <p:cNvGrpSpPr>
            <a:grpSpLocks/>
          </p:cNvGrpSpPr>
          <p:nvPr userDrawn="1"/>
        </p:nvGrpSpPr>
        <p:grpSpPr>
          <a:xfrm>
            <a:off x="507879" y="1139088"/>
            <a:ext cx="9206897" cy="4581412"/>
            <a:chOff x="1487502" y="-1420184"/>
            <a:chExt cx="5424761" cy="4580353"/>
          </a:xfrm>
        </p:grpSpPr>
        <p:sp>
          <p:nvSpPr>
            <p:cNvPr id="26" name="Section Title" hidden="1">
              <a:extLst>
                <a:ext uri="{FF2B5EF4-FFF2-40B4-BE49-F238E27FC236}">
                  <a16:creationId xmlns:a16="http://schemas.microsoft.com/office/drawing/2014/main" id="{8BF45C0E-D24F-4800-98B2-20E0A3AC8C3F}"/>
                </a:ext>
              </a:extLst>
            </p:cNvPr>
            <p:cNvSpPr txBox="1">
              <a:spLocks/>
            </p:cNvSpPr>
            <p:nvPr userDrawn="1"/>
          </p:nvSpPr>
          <p:spPr>
            <a:xfrm>
              <a:off x="1502265" y="1133876"/>
              <a:ext cx="2032418" cy="2026293"/>
            </a:xfrm>
            <a:prstGeom prst="rect">
              <a:avLst/>
            </a:prstGeom>
            <a:noFill/>
          </p:spPr>
          <p:txBody>
            <a:bodyPr wrap="square" lIns="0" tIns="0" rIns="0" bIns="0" rtlCol="0" anchor="t" anchorCtr="0">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defTabSz="6784181">
                <a:tabLst>
                  <a:tab pos="6913403" algn="l"/>
                </a:tabLst>
              </a:pPr>
              <a:r>
                <a:rPr lang="en-GB" sz="2320" b="0">
                  <a:solidFill>
                    <a:schemeClr val="tx1"/>
                  </a:solidFill>
                </a:rPr>
                <a:t>&lt;Text&gt;</a:t>
              </a:r>
              <a:endParaRPr lang="en-GB"/>
            </a:p>
          </p:txBody>
        </p:sp>
        <p:sp>
          <p:nvSpPr>
            <p:cNvPr id="27" name="Section Number" hidden="1">
              <a:extLst>
                <a:ext uri="{FF2B5EF4-FFF2-40B4-BE49-F238E27FC236}">
                  <a16:creationId xmlns:a16="http://schemas.microsoft.com/office/drawing/2014/main" id="{B36140C3-09D5-4D3F-906D-270C63E34027}"/>
                </a:ext>
              </a:extLst>
            </p:cNvPr>
            <p:cNvSpPr txBox="1">
              <a:spLocks/>
            </p:cNvSpPr>
            <p:nvPr userDrawn="1"/>
          </p:nvSpPr>
          <p:spPr>
            <a:xfrm>
              <a:off x="1487502" y="-1420184"/>
              <a:ext cx="2564793" cy="1769306"/>
            </a:xfrm>
            <a:prstGeom prst="rect">
              <a:avLst/>
            </a:prstGeom>
            <a:noFill/>
          </p:spPr>
          <p:txBody>
            <a:bodyPr wrap="square" lIns="0" tIns="0" rIns="0" bIns="0" rtlCol="0" anchor="t" anchorCtr="0">
              <a:sp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11500" b="0">
                  <a:solidFill>
                    <a:schemeClr val="accent4"/>
                  </a:solidFill>
                </a:rPr>
                <a:t>&lt;N&gt;</a:t>
              </a:r>
              <a:endParaRPr lang="en-GB"/>
            </a:p>
          </p:txBody>
        </p:sp>
        <p:sp>
          <p:nvSpPr>
            <p:cNvPr id="28" name="Slide Number" hidden="1">
              <a:extLst>
                <a:ext uri="{FF2B5EF4-FFF2-40B4-BE49-F238E27FC236}">
                  <a16:creationId xmlns:a16="http://schemas.microsoft.com/office/drawing/2014/main" id="{871FFF1F-6558-47A3-B57A-1327C25BF06E}"/>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r"/>
              <a:r>
                <a:rPr lang="en-GB" sz="727">
                  <a:solidFill>
                    <a:srgbClr val="000000">
                      <a:alpha val="0"/>
                    </a:srgbClr>
                  </a:solidFill>
                </a:rPr>
                <a:t>&lt;P&gt;</a:t>
              </a:r>
              <a:endParaRPr lang="en-GB"/>
            </a:p>
          </p:txBody>
        </p:sp>
        <p:sp>
          <p:nvSpPr>
            <p:cNvPr id="29" name="Timeslot" hidden="1">
              <a:extLst>
                <a:ext uri="{FF2B5EF4-FFF2-40B4-BE49-F238E27FC236}">
                  <a16:creationId xmlns:a16="http://schemas.microsoft.com/office/drawing/2014/main" id="{98FFC8B2-AAEA-4B46-BACD-C8587958201A}"/>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727">
                  <a:solidFill>
                    <a:srgbClr val="000000">
                      <a:alpha val="0"/>
                    </a:srgbClr>
                  </a:solidFill>
                </a:rPr>
                <a:t>&lt;TIMESLOT&gt;</a:t>
              </a:r>
              <a:endParaRPr lang="en-GB"/>
            </a:p>
          </p:txBody>
        </p:sp>
        <p:sp>
          <p:nvSpPr>
            <p:cNvPr id="30" name="Responsible" hidden="1">
              <a:extLst>
                <a:ext uri="{FF2B5EF4-FFF2-40B4-BE49-F238E27FC236}">
                  <a16:creationId xmlns:a16="http://schemas.microsoft.com/office/drawing/2014/main" id="{0E8F7A35-E5F6-48B1-BC2B-4D8D2886AA71}"/>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727">
                  <a:solidFill>
                    <a:srgbClr val="000000">
                      <a:alpha val="0"/>
                    </a:srgbClr>
                  </a:solidFill>
                </a:rPr>
                <a:t>&lt;RESPONSIBLE&gt;</a:t>
              </a:r>
              <a:endParaRPr lang="en-GB"/>
            </a:p>
          </p:txBody>
        </p:sp>
        <p:sp>
          <p:nvSpPr>
            <p:cNvPr id="31" name="Duration" hidden="1">
              <a:extLst>
                <a:ext uri="{FF2B5EF4-FFF2-40B4-BE49-F238E27FC236}">
                  <a16:creationId xmlns:a16="http://schemas.microsoft.com/office/drawing/2014/main" id="{D42D33A2-C40A-44B6-BE0C-4D7653C496BC}"/>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727">
                  <a:solidFill>
                    <a:srgbClr val="000000">
                      <a:alpha val="0"/>
                    </a:srgbClr>
                  </a:solidFill>
                </a:rPr>
                <a:t>&lt;DURATION&gt;</a:t>
              </a:r>
              <a:endParaRPr lang="en-GB"/>
            </a:p>
          </p:txBody>
        </p:sp>
      </p:grpSp>
      <p:grpSp>
        <p:nvGrpSpPr>
          <p:cNvPr id="19" name="SP Agenda Section" hidden="1">
            <a:extLst>
              <a:ext uri="{FF2B5EF4-FFF2-40B4-BE49-F238E27FC236}">
                <a16:creationId xmlns:a16="http://schemas.microsoft.com/office/drawing/2014/main" id="{06FD337F-F2F8-CE43-2082-ABBCBC3DC644}"/>
              </a:ext>
            </a:extLst>
          </p:cNvPr>
          <p:cNvGrpSpPr>
            <a:grpSpLocks/>
          </p:cNvGrpSpPr>
          <p:nvPr userDrawn="1"/>
        </p:nvGrpSpPr>
        <p:grpSpPr>
          <a:xfrm>
            <a:off x="507879" y="1139088"/>
            <a:ext cx="9206897" cy="4581412"/>
            <a:chOff x="1487502" y="-1420184"/>
            <a:chExt cx="5424761" cy="4580353"/>
          </a:xfrm>
        </p:grpSpPr>
        <p:sp>
          <p:nvSpPr>
            <p:cNvPr id="20" name="Section Title" hidden="1">
              <a:extLst>
                <a:ext uri="{FF2B5EF4-FFF2-40B4-BE49-F238E27FC236}">
                  <a16:creationId xmlns:a16="http://schemas.microsoft.com/office/drawing/2014/main" id="{4EC433BD-6D26-6BAF-8276-87E53C19383B}"/>
                </a:ext>
              </a:extLst>
            </p:cNvPr>
            <p:cNvSpPr txBox="1">
              <a:spLocks/>
            </p:cNvSpPr>
            <p:nvPr userDrawn="1"/>
          </p:nvSpPr>
          <p:spPr>
            <a:xfrm>
              <a:off x="1502265" y="1133876"/>
              <a:ext cx="2032418" cy="2026293"/>
            </a:xfrm>
            <a:prstGeom prst="rect">
              <a:avLst/>
            </a:prstGeom>
            <a:noFill/>
          </p:spPr>
          <p:txBody>
            <a:bodyPr wrap="square" lIns="0" tIns="0" rIns="0" bIns="0" rtlCol="0" anchor="t" anchorCtr="0">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defTabSz="6784181">
                <a:tabLst>
                  <a:tab pos="6913403" algn="l"/>
                </a:tabLst>
              </a:pPr>
              <a:r>
                <a:rPr lang="en-GB" sz="2320" b="0">
                  <a:solidFill>
                    <a:schemeClr val="tx1"/>
                  </a:solidFill>
                </a:rPr>
                <a:t>&lt;Text&gt;</a:t>
              </a:r>
              <a:endParaRPr lang="en-GB"/>
            </a:p>
          </p:txBody>
        </p:sp>
        <p:sp>
          <p:nvSpPr>
            <p:cNvPr id="21" name="Section Number" hidden="1">
              <a:extLst>
                <a:ext uri="{FF2B5EF4-FFF2-40B4-BE49-F238E27FC236}">
                  <a16:creationId xmlns:a16="http://schemas.microsoft.com/office/drawing/2014/main" id="{609A0FE4-3D90-F7F1-5430-7472A19B4084}"/>
                </a:ext>
              </a:extLst>
            </p:cNvPr>
            <p:cNvSpPr txBox="1">
              <a:spLocks/>
            </p:cNvSpPr>
            <p:nvPr userDrawn="1"/>
          </p:nvSpPr>
          <p:spPr>
            <a:xfrm>
              <a:off x="1487502" y="-1420184"/>
              <a:ext cx="2564793" cy="1769306"/>
            </a:xfrm>
            <a:prstGeom prst="rect">
              <a:avLst/>
            </a:prstGeom>
            <a:noFill/>
          </p:spPr>
          <p:txBody>
            <a:bodyPr wrap="square" lIns="0" tIns="0" rIns="0" bIns="0" rtlCol="0" anchor="t" anchorCtr="0">
              <a:sp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11500" b="0">
                  <a:solidFill>
                    <a:schemeClr val="accent4"/>
                  </a:solidFill>
                </a:rPr>
                <a:t>&lt;N&gt;</a:t>
              </a:r>
              <a:endParaRPr lang="en-GB"/>
            </a:p>
          </p:txBody>
        </p:sp>
        <p:sp>
          <p:nvSpPr>
            <p:cNvPr id="22" name="Slide Number" hidden="1">
              <a:extLst>
                <a:ext uri="{FF2B5EF4-FFF2-40B4-BE49-F238E27FC236}">
                  <a16:creationId xmlns:a16="http://schemas.microsoft.com/office/drawing/2014/main" id="{FD0D5BD8-DB57-52AF-55D0-EC7D489625AA}"/>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r"/>
              <a:r>
                <a:rPr lang="en-GB" sz="727">
                  <a:solidFill>
                    <a:srgbClr val="000000">
                      <a:alpha val="0"/>
                    </a:srgbClr>
                  </a:solidFill>
                </a:rPr>
                <a:t>&lt;P&gt;</a:t>
              </a:r>
              <a:endParaRPr lang="en-GB"/>
            </a:p>
          </p:txBody>
        </p:sp>
        <p:sp>
          <p:nvSpPr>
            <p:cNvPr id="23" name="Timeslot" hidden="1">
              <a:extLst>
                <a:ext uri="{FF2B5EF4-FFF2-40B4-BE49-F238E27FC236}">
                  <a16:creationId xmlns:a16="http://schemas.microsoft.com/office/drawing/2014/main" id="{3049E68B-D225-1F22-8C8A-E13EF6CA4DF2}"/>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727">
                  <a:solidFill>
                    <a:srgbClr val="000000">
                      <a:alpha val="0"/>
                    </a:srgbClr>
                  </a:solidFill>
                </a:rPr>
                <a:t>&lt;TIMESLOT&gt;</a:t>
              </a:r>
              <a:endParaRPr lang="en-GB"/>
            </a:p>
          </p:txBody>
        </p:sp>
        <p:sp>
          <p:nvSpPr>
            <p:cNvPr id="24" name="Responsible" hidden="1">
              <a:extLst>
                <a:ext uri="{FF2B5EF4-FFF2-40B4-BE49-F238E27FC236}">
                  <a16:creationId xmlns:a16="http://schemas.microsoft.com/office/drawing/2014/main" id="{96D2C55E-A7FE-CF69-589A-22E70EA33D15}"/>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727">
                  <a:solidFill>
                    <a:srgbClr val="000000">
                      <a:alpha val="0"/>
                    </a:srgbClr>
                  </a:solidFill>
                </a:rPr>
                <a:t>&lt;RESPONSIBLE&gt;</a:t>
              </a:r>
              <a:endParaRPr lang="en-GB"/>
            </a:p>
          </p:txBody>
        </p:sp>
        <p:sp>
          <p:nvSpPr>
            <p:cNvPr id="25" name="Duration" hidden="1">
              <a:extLst>
                <a:ext uri="{FF2B5EF4-FFF2-40B4-BE49-F238E27FC236}">
                  <a16:creationId xmlns:a16="http://schemas.microsoft.com/office/drawing/2014/main" id="{BC95E34A-2CD3-8A60-060C-7201E34FB8BB}"/>
                </a:ext>
              </a:extLst>
            </p:cNvPr>
            <p:cNvSpPr txBox="1">
              <a:spLocks/>
            </p:cNvSpPr>
            <p:nvPr userDrawn="1"/>
          </p:nvSpPr>
          <p:spPr>
            <a:xfrm>
              <a:off x="6912263" y="2085631"/>
              <a:ext cx="0" cy="0"/>
            </a:xfrm>
            <a:prstGeom prst="rect">
              <a:avLst/>
            </a:prstGeom>
            <a:noFill/>
          </p:spPr>
          <p:txBody>
            <a:bodyPr wrap="none" rtlCol="0" anchor="ctr">
              <a:noAutofit/>
            </a:bodyPr>
            <a:lst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a:lstStyle>
            <a:p>
              <a:pPr algn="l"/>
              <a:r>
                <a:rPr lang="en-GB" sz="727">
                  <a:solidFill>
                    <a:srgbClr val="000000">
                      <a:alpha val="0"/>
                    </a:srgbClr>
                  </a:solidFill>
                </a:rPr>
                <a:t>&lt;DURATION&gt;</a:t>
              </a:r>
              <a:endParaRPr lang="en-GB"/>
            </a:p>
          </p:txBody>
        </p:sp>
      </p:grpSp>
      <p:cxnSp>
        <p:nvCxnSpPr>
          <p:cNvPr id="3" name="Straight Connector 2">
            <a:extLst>
              <a:ext uri="{FF2B5EF4-FFF2-40B4-BE49-F238E27FC236}">
                <a16:creationId xmlns:a16="http://schemas.microsoft.com/office/drawing/2014/main" id="{03651545-213D-0CB2-E591-80FE84BFF906}"/>
              </a:ext>
            </a:extLst>
          </p:cNvPr>
          <p:cNvCxnSpPr>
            <a:cxnSpLocks/>
          </p:cNvCxnSpPr>
          <p:nvPr userDrawn="1"/>
        </p:nvCxnSpPr>
        <p:spPr>
          <a:xfrm>
            <a:off x="558546" y="3502026"/>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40302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wo Column Content B">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CF29C7B-4674-4DAE-B04B-F91558B15908}"/>
              </a:ext>
            </a:extLst>
          </p:cNvPr>
          <p:cNvSpPr>
            <a:spLocks noGrp="1"/>
          </p:cNvSpPr>
          <p:nvPr>
            <p:ph idx="1"/>
          </p:nvPr>
        </p:nvSpPr>
        <p:spPr>
          <a:xfrm>
            <a:off x="554355" y="1634172"/>
            <a:ext cx="3596640" cy="4535487"/>
          </a:xfrm>
        </p:spPr>
        <p:txBody>
          <a:bodyPr>
            <a:noAutofit/>
          </a:bodyPr>
          <a:lstStyle>
            <a:lvl5pPr>
              <a:defRPr/>
            </a:lvl5pPr>
            <a:lvl6pPr>
              <a:defRPr baseline="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7" name="Title 1">
            <a:extLst>
              <a:ext uri="{FF2B5EF4-FFF2-40B4-BE49-F238E27FC236}">
                <a16:creationId xmlns:a16="http://schemas.microsoft.com/office/drawing/2014/main" id="{D29CFAD0-1624-4669-A1E7-75BD8E3DF5C8}"/>
              </a:ext>
            </a:extLst>
          </p:cNvPr>
          <p:cNvSpPr>
            <a:spLocks noGrp="1"/>
          </p:cNvSpPr>
          <p:nvPr>
            <p:ph type="title"/>
          </p:nvPr>
        </p:nvSpPr>
        <p:spPr>
          <a:xfrm>
            <a:off x="554355" y="512763"/>
            <a:ext cx="4535170" cy="792465"/>
          </a:xfrm>
        </p:spPr>
        <p:txBody>
          <a:bodyPr/>
          <a:lstStyle/>
          <a:p>
            <a:r>
              <a:rPr lang="en-GB"/>
              <a:t>Click to edit Master title style</a:t>
            </a:r>
          </a:p>
        </p:txBody>
      </p:sp>
      <p:cxnSp>
        <p:nvCxnSpPr>
          <p:cNvPr id="9" name="Straight Connector 8">
            <a:extLst>
              <a:ext uri="{FF2B5EF4-FFF2-40B4-BE49-F238E27FC236}">
                <a16:creationId xmlns:a16="http://schemas.microsoft.com/office/drawing/2014/main" id="{317D4F0A-E9DE-4592-83A1-5221B5491DF7}"/>
              </a:ext>
            </a:extLst>
          </p:cNvPr>
          <p:cNvCxnSpPr>
            <a:cxnSpLocks/>
          </p:cNvCxnSpPr>
          <p:nvPr userDrawn="1"/>
        </p:nvCxnSpPr>
        <p:spPr>
          <a:xfrm>
            <a:off x="554354" y="1475264"/>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8914620"/>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Content &amp; Image 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0E2D3F7-D329-47B3-AEF3-69373185779B}"/>
              </a:ext>
            </a:extLst>
          </p:cNvPr>
          <p:cNvSpPr>
            <a:spLocks noGrp="1"/>
          </p:cNvSpPr>
          <p:nvPr>
            <p:ph type="title"/>
          </p:nvPr>
        </p:nvSpPr>
        <p:spPr>
          <a:xfrm>
            <a:off x="554355" y="512763"/>
            <a:ext cx="5614670" cy="973136"/>
          </a:xfrm>
        </p:spPr>
        <p:txBody>
          <a:bodyPr/>
          <a:lstStyle>
            <a:lvl1pPr>
              <a:defRPr sz="2800"/>
            </a:lvl1pPr>
          </a:lstStyle>
          <a:p>
            <a:r>
              <a:rPr lang="en-GB"/>
              <a:t>Click to edit Master title style</a:t>
            </a:r>
          </a:p>
        </p:txBody>
      </p:sp>
      <p:cxnSp>
        <p:nvCxnSpPr>
          <p:cNvPr id="10" name="Straight Connector 9">
            <a:extLst>
              <a:ext uri="{FF2B5EF4-FFF2-40B4-BE49-F238E27FC236}">
                <a16:creationId xmlns:a16="http://schemas.microsoft.com/office/drawing/2014/main" id="{C7D9DC17-06BD-4CF4-B577-D4815EF03194}"/>
              </a:ext>
            </a:extLst>
          </p:cNvPr>
          <p:cNvCxnSpPr>
            <a:cxnSpLocks/>
          </p:cNvCxnSpPr>
          <p:nvPr userDrawn="1"/>
        </p:nvCxnSpPr>
        <p:spPr>
          <a:xfrm>
            <a:off x="554354" y="1642587"/>
            <a:ext cx="684000" cy="0"/>
          </a:xfrm>
          <a:prstGeom prst="line">
            <a:avLst/>
          </a:prstGeom>
          <a:ln w="12700">
            <a:solidFill>
              <a:srgbClr val="F62B44"/>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E4A6E876-D22D-4F95-9530-F5A956070135}"/>
              </a:ext>
            </a:extLst>
          </p:cNvPr>
          <p:cNvSpPr>
            <a:spLocks noGrp="1"/>
          </p:cNvSpPr>
          <p:nvPr>
            <p:ph type="pic" sz="quarter" idx="25"/>
          </p:nvPr>
        </p:nvSpPr>
        <p:spPr>
          <a:xfrm>
            <a:off x="6335397" y="0"/>
            <a:ext cx="5859777" cy="6859588"/>
          </a:xfrm>
          <a:custGeom>
            <a:avLst/>
            <a:gdLst>
              <a:gd name="connsiteX0" fmla="*/ 103786 w 5859777"/>
              <a:gd name="connsiteY0" fmla="*/ 0 h 6859588"/>
              <a:gd name="connsiteX1" fmla="*/ 1810666 w 5859777"/>
              <a:gd name="connsiteY1" fmla="*/ 0 h 6859588"/>
              <a:gd name="connsiteX2" fmla="*/ 4152897 w 5859777"/>
              <a:gd name="connsiteY2" fmla="*/ 0 h 6859588"/>
              <a:gd name="connsiteX3" fmla="*/ 5859777 w 5859777"/>
              <a:gd name="connsiteY3" fmla="*/ 0 h 6859588"/>
              <a:gd name="connsiteX4" fmla="*/ 5859777 w 5859777"/>
              <a:gd name="connsiteY4" fmla="*/ 6859588 h 6859588"/>
              <a:gd name="connsiteX5" fmla="*/ 4152897 w 5859777"/>
              <a:gd name="connsiteY5" fmla="*/ 6859588 h 6859588"/>
              <a:gd name="connsiteX6" fmla="*/ 1810666 w 5859777"/>
              <a:gd name="connsiteY6" fmla="*/ 6859588 h 6859588"/>
              <a:gd name="connsiteX7" fmla="*/ 103786 w 5859777"/>
              <a:gd name="connsiteY7" fmla="*/ 6859588 h 6859588"/>
              <a:gd name="connsiteX8" fmla="*/ 0 w 5859777"/>
              <a:gd name="connsiteY8" fmla="*/ 6755802 h 6859588"/>
              <a:gd name="connsiteX9" fmla="*/ 0 w 5859777"/>
              <a:gd name="connsiteY9" fmla="*/ 103786 h 6859588"/>
              <a:gd name="connsiteX10" fmla="*/ 103786 w 5859777"/>
              <a:gd name="connsiteY10" fmla="*/ 0 h 685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9777" h="6859588">
                <a:moveTo>
                  <a:pt x="103786" y="0"/>
                </a:moveTo>
                <a:lnTo>
                  <a:pt x="1810666" y="0"/>
                </a:lnTo>
                <a:lnTo>
                  <a:pt x="4152897" y="0"/>
                </a:lnTo>
                <a:lnTo>
                  <a:pt x="5859777" y="0"/>
                </a:lnTo>
                <a:lnTo>
                  <a:pt x="5859777" y="6859588"/>
                </a:lnTo>
                <a:lnTo>
                  <a:pt x="4152897" y="6859588"/>
                </a:lnTo>
                <a:lnTo>
                  <a:pt x="1810666" y="6859588"/>
                </a:lnTo>
                <a:lnTo>
                  <a:pt x="103786" y="6859588"/>
                </a:lnTo>
                <a:cubicBezTo>
                  <a:pt x="46467" y="6859588"/>
                  <a:pt x="0" y="6813121"/>
                  <a:pt x="0" y="6755802"/>
                </a:cubicBezTo>
                <a:lnTo>
                  <a:pt x="0" y="103786"/>
                </a:lnTo>
                <a:cubicBezTo>
                  <a:pt x="0" y="46467"/>
                  <a:pt x="46467" y="0"/>
                  <a:pt x="103786" y="0"/>
                </a:cubicBezTo>
                <a:close/>
              </a:path>
            </a:pathLst>
          </a:custGeom>
          <a:solidFill>
            <a:schemeClr val="accent6"/>
          </a:solidFill>
        </p:spPr>
        <p:txBody>
          <a:bodyPr wrap="square" anchor="ctr">
            <a:noAutofit/>
          </a:bodyPr>
          <a:lstStyle>
            <a:lvl1pPr algn="ctr">
              <a:defRPr/>
            </a:lvl1pPr>
          </a:lstStyle>
          <a:p>
            <a:endParaRPr lang="en-GB"/>
          </a:p>
        </p:txBody>
      </p:sp>
    </p:spTree>
    <p:extLst>
      <p:ext uri="{BB962C8B-B14F-4D97-AF65-F5344CB8AC3E}">
        <p14:creationId xmlns:p14="http://schemas.microsoft.com/office/powerpoint/2010/main" val="140755170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C8B0EB-3106-361D-BC03-459B2ED5C6A7}"/>
              </a:ext>
            </a:extLst>
          </p:cNvPr>
          <p:cNvSpPr>
            <a:spLocks noGrp="1"/>
          </p:cNvSpPr>
          <p:nvPr>
            <p:ph type="pic" sz="quarter" idx="10"/>
          </p:nvPr>
        </p:nvSpPr>
        <p:spPr>
          <a:xfrm>
            <a:off x="6961189" y="512763"/>
            <a:ext cx="5233987" cy="5653087"/>
          </a:xfrm>
          <a:custGeom>
            <a:avLst/>
            <a:gdLst>
              <a:gd name="connsiteX0" fmla="*/ 174907 w 5233987"/>
              <a:gd name="connsiteY0" fmla="*/ 0 h 5653087"/>
              <a:gd name="connsiteX1" fmla="*/ 5203543 w 5233987"/>
              <a:gd name="connsiteY1" fmla="*/ 0 h 5653087"/>
              <a:gd name="connsiteX2" fmla="*/ 5233987 w 5233987"/>
              <a:gd name="connsiteY2" fmla="*/ 6147 h 5653087"/>
              <a:gd name="connsiteX3" fmla="*/ 5233987 w 5233987"/>
              <a:gd name="connsiteY3" fmla="*/ 5646941 h 5653087"/>
              <a:gd name="connsiteX4" fmla="*/ 5203543 w 5233987"/>
              <a:gd name="connsiteY4" fmla="*/ 5653087 h 5653087"/>
              <a:gd name="connsiteX5" fmla="*/ 174907 w 5233987"/>
              <a:gd name="connsiteY5" fmla="*/ 5653087 h 5653087"/>
              <a:gd name="connsiteX6" fmla="*/ 0 w 5233987"/>
              <a:gd name="connsiteY6" fmla="*/ 5478180 h 5653087"/>
              <a:gd name="connsiteX7" fmla="*/ 0 w 5233987"/>
              <a:gd name="connsiteY7" fmla="*/ 174907 h 5653087"/>
              <a:gd name="connsiteX8" fmla="*/ 174907 w 5233987"/>
              <a:gd name="connsiteY8" fmla="*/ 0 h 565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3987" h="5653087">
                <a:moveTo>
                  <a:pt x="174907" y="0"/>
                </a:moveTo>
                <a:lnTo>
                  <a:pt x="5203543" y="0"/>
                </a:lnTo>
                <a:lnTo>
                  <a:pt x="5233987" y="6147"/>
                </a:lnTo>
                <a:lnTo>
                  <a:pt x="5233987" y="5646941"/>
                </a:lnTo>
                <a:lnTo>
                  <a:pt x="5203543" y="5653087"/>
                </a:lnTo>
                <a:lnTo>
                  <a:pt x="174907" y="5653087"/>
                </a:lnTo>
                <a:cubicBezTo>
                  <a:pt x="78309" y="5653087"/>
                  <a:pt x="0" y="5574778"/>
                  <a:pt x="0" y="5478180"/>
                </a:cubicBezTo>
                <a:lnTo>
                  <a:pt x="0" y="174907"/>
                </a:lnTo>
                <a:cubicBezTo>
                  <a:pt x="0" y="78309"/>
                  <a:pt x="78309" y="0"/>
                  <a:pt x="174907" y="0"/>
                </a:cubicBezTo>
                <a:close/>
              </a:path>
            </a:pathLst>
          </a:custGeom>
          <a:solidFill>
            <a:schemeClr val="accent6"/>
          </a:solidFill>
        </p:spPr>
        <p:txBody>
          <a:bodyPr wrap="square" anchor="ctr">
            <a:noAutofit/>
          </a:bodyPr>
          <a:lstStyle>
            <a:lvl1pPr algn="ctr">
              <a:defRPr/>
            </a:lvl1pPr>
          </a:lstStyle>
          <a:p>
            <a:endParaRPr lang="en-GB"/>
          </a:p>
        </p:txBody>
      </p:sp>
    </p:spTree>
    <p:extLst>
      <p:ext uri="{BB962C8B-B14F-4D97-AF65-F5344CB8AC3E}">
        <p14:creationId xmlns:p14="http://schemas.microsoft.com/office/powerpoint/2010/main" val="114621549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2" name="shpShadedBackground" hidden="1">
            <a:extLst>
              <a:ext uri="{FF2B5EF4-FFF2-40B4-BE49-F238E27FC236}">
                <a16:creationId xmlns:a16="http://schemas.microsoft.com/office/drawing/2014/main" id="{989FE644-B848-412D-A3D7-B2401B8D817F}"/>
              </a:ext>
            </a:extLst>
          </p:cNvPr>
          <p:cNvSpPr/>
          <p:nvPr userDrawn="1"/>
        </p:nvSpPr>
        <p:spPr>
          <a:xfrm>
            <a:off x="0" y="0"/>
            <a:ext cx="12195175" cy="6859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3931" tIns="51965" rIns="103931" bIns="51965" rtlCol="0" anchor="ctr"/>
          <a:lstStyle/>
          <a:p>
            <a:pPr algn="ctr"/>
            <a:endParaRPr lang="en-GB" sz="1800"/>
          </a:p>
        </p:txBody>
      </p:sp>
      <p:sp>
        <p:nvSpPr>
          <p:cNvPr id="2" name="Title Placeholder 1"/>
          <p:cNvSpPr>
            <a:spLocks noGrp="1"/>
          </p:cNvSpPr>
          <p:nvPr>
            <p:ph type="title"/>
          </p:nvPr>
        </p:nvSpPr>
        <p:spPr>
          <a:xfrm>
            <a:off x="554355" y="512763"/>
            <a:ext cx="11088000" cy="792465"/>
          </a:xfrm>
          <a:prstGeom prst="rect">
            <a:avLst/>
          </a:prstGeom>
        </p:spPr>
        <p:txBody>
          <a:bodyPr vert="horz" lIns="0" tIns="0" rIns="103931" bIns="0" rtlCol="0" anchor="b">
            <a:noAutofit/>
          </a:bodyPr>
          <a:lstStyle/>
          <a:p>
            <a:r>
              <a:rPr lang="en-GB"/>
              <a:t>Click to edit master title style</a:t>
            </a:r>
          </a:p>
        </p:txBody>
      </p:sp>
      <p:sp>
        <p:nvSpPr>
          <p:cNvPr id="3" name="Text Placeholder 2"/>
          <p:cNvSpPr>
            <a:spLocks noGrp="1"/>
          </p:cNvSpPr>
          <p:nvPr>
            <p:ph type="body" idx="1"/>
          </p:nvPr>
        </p:nvSpPr>
        <p:spPr>
          <a:xfrm>
            <a:off x="554355" y="1634172"/>
            <a:ext cx="11088000" cy="453691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0" name="plcSlideNumber"/>
          <p:cNvSpPr>
            <a:spLocks noGrp="1"/>
          </p:cNvSpPr>
          <p:nvPr userDrawn="1"/>
        </p:nvSpPr>
        <p:spPr>
          <a:xfrm>
            <a:off x="5918706" y="6554864"/>
            <a:ext cx="357762" cy="211503"/>
          </a:xfrm>
          <a:prstGeom prst="rect">
            <a:avLst/>
          </a:prstGeom>
        </p:spPr>
        <p:txBody>
          <a:bodyPr vert="horz" lIns="0" tIns="51965" rIns="0" bIns="51965"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764D758-178E-4044-96D2-948E9A9D94EB}" type="slidenum">
              <a:rPr lang="en-GB" sz="800" smtClean="0">
                <a:solidFill>
                  <a:schemeClr val="accent5"/>
                </a:solidFill>
              </a:rPr>
              <a:pPr algn="ctr"/>
              <a:t>‹#›</a:t>
            </a:fld>
            <a:endParaRPr lang="en-GB" sz="800">
              <a:solidFill>
                <a:schemeClr val="accent5"/>
              </a:solidFill>
            </a:endParaRPr>
          </a:p>
        </p:txBody>
      </p:sp>
      <p:sp>
        <p:nvSpPr>
          <p:cNvPr id="7" name="txtSecureMarker2" hidden="1"/>
          <p:cNvSpPr txBox="1"/>
          <p:nvPr userDrawn="1"/>
        </p:nvSpPr>
        <p:spPr>
          <a:xfrm>
            <a:off x="3762236" y="6531598"/>
            <a:ext cx="4670704" cy="305000"/>
          </a:xfrm>
          <a:prstGeom prst="rect">
            <a:avLst/>
          </a:prstGeom>
          <a:solidFill>
            <a:schemeClr val="bg1"/>
          </a:solid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11" name="txtSecureMarker1" hidden="1"/>
          <p:cNvSpPr txBox="1"/>
          <p:nvPr userDrawn="1"/>
        </p:nvSpPr>
        <p:spPr>
          <a:xfrm>
            <a:off x="3762236" y="35260"/>
            <a:ext cx="4670704" cy="305000"/>
          </a:xfrm>
          <a:prstGeom prst="rect">
            <a:avLst/>
          </a:prstGeom>
          <a:solidFill>
            <a:schemeClr val="bg1"/>
          </a:solidFill>
        </p:spPr>
        <p:txBody>
          <a:bodyPr wrap="square" lIns="103931" tIns="51965" rIns="103931" bIns="51965" rtlCol="0">
            <a:spAutoFit/>
          </a:bodyPr>
          <a:lstStyle/>
          <a:p>
            <a:pPr algn="ctr"/>
            <a:r>
              <a:rPr lang="en-GB" sz="1300">
                <a:solidFill>
                  <a:srgbClr val="000000"/>
                </a:solidFill>
              </a:rPr>
              <a:t>SC</a:t>
            </a:r>
            <a:r>
              <a:rPr lang="en-GB" sz="1300" baseline="0">
                <a:solidFill>
                  <a:srgbClr val="000000"/>
                </a:solidFill>
              </a:rPr>
              <a:t> TEXT GOES HERE</a:t>
            </a:r>
            <a:endParaRPr lang="en-GB" sz="1300">
              <a:solidFill>
                <a:srgbClr val="000000"/>
              </a:solidFill>
            </a:endParaRPr>
          </a:p>
        </p:txBody>
      </p:sp>
      <p:sp>
        <p:nvSpPr>
          <p:cNvPr id="9" name="txtFooter">
            <a:extLst>
              <a:ext uri="{FF2B5EF4-FFF2-40B4-BE49-F238E27FC236}">
                <a16:creationId xmlns:a16="http://schemas.microsoft.com/office/drawing/2014/main" id="{875188BF-071B-CF85-9AB9-173847F2F3A0}"/>
              </a:ext>
            </a:extLst>
          </p:cNvPr>
          <p:cNvSpPr txBox="1"/>
          <p:nvPr userDrawn="1"/>
        </p:nvSpPr>
        <p:spPr>
          <a:xfrm>
            <a:off x="557215" y="6552893"/>
            <a:ext cx="1260000" cy="215444"/>
          </a:xfrm>
          <a:prstGeom prst="rect">
            <a:avLst/>
          </a:prstGeom>
          <a:noFill/>
        </p:spPr>
        <p:txBody>
          <a:bodyPr wrap="square" lIns="0" rIns="0" rtlCol="0">
            <a:spAutoFit/>
          </a:bodyPr>
          <a:lstStyle/>
          <a:p>
            <a:pPr marL="0" marR="0" lvl="0" indent="0" algn="l" defTabSz="1039307" rtl="0" eaLnBrk="1" fontAlgn="auto" latinLnBrk="0" hangingPunct="1">
              <a:lnSpc>
                <a:spcPct val="100000"/>
              </a:lnSpc>
              <a:spcBef>
                <a:spcPts val="0"/>
              </a:spcBef>
              <a:spcAft>
                <a:spcPts val="0"/>
              </a:spcAft>
              <a:buClrTx/>
              <a:buSzTx/>
              <a:buFontTx/>
              <a:buNone/>
              <a:tabLst/>
              <a:defRPr/>
            </a:pPr>
            <a:r>
              <a:rPr lang="en-GB" sz="800">
                <a:solidFill>
                  <a:schemeClr val="accent5"/>
                </a:solidFill>
              </a:rPr>
              <a:t>© PA Knowledge Limited  |     </a:t>
            </a:r>
            <a:endParaRPr lang="en-GB"/>
          </a:p>
        </p:txBody>
      </p:sp>
      <p:sp>
        <p:nvSpPr>
          <p:cNvPr id="14" name="Rectangle 13" descr="{&quot;templafy&quot;:{&quot;id&quot;:&quot;ab472623-5596-4192-968c-02caa4e44a1d&quot;}}">
            <a:extLst>
              <a:ext uri="{FF2B5EF4-FFF2-40B4-BE49-F238E27FC236}">
                <a16:creationId xmlns:a16="http://schemas.microsoft.com/office/drawing/2014/main" id="{134A23C1-0E96-D4EA-D334-6C357822C34E}"/>
              </a:ext>
            </a:extLst>
          </p:cNvPr>
          <p:cNvSpPr/>
          <p:nvPr userDrawn="1"/>
        </p:nvSpPr>
        <p:spPr>
          <a:xfrm>
            <a:off x="1807283" y="6553590"/>
            <a:ext cx="4111425" cy="215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t" anchorCtr="0">
            <a:spAutoFit/>
          </a:bodyPr>
          <a:lstStyle/>
          <a:p>
            <a:pPr algn="l"/>
            <a:r>
              <a:rPr lang="en-GB" sz="800">
                <a:solidFill>
                  <a:srgbClr val="9AB1C5"/>
                </a:solidFill>
              </a:rPr>
              <a:t>PA Confidential – Internal use only</a:t>
            </a:r>
          </a:p>
        </p:txBody>
      </p:sp>
    </p:spTree>
    <p:extLst>
      <p:ext uri="{BB962C8B-B14F-4D97-AF65-F5344CB8AC3E}">
        <p14:creationId xmlns:p14="http://schemas.microsoft.com/office/powerpoint/2010/main" val="4062072059"/>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829" r:id="rId4"/>
    <p:sldLayoutId id="2147483775" r:id="rId5"/>
    <p:sldLayoutId id="2147483776" r:id="rId6"/>
    <p:sldLayoutId id="2147483853" r:id="rId7"/>
    <p:sldLayoutId id="2147483854" r:id="rId8"/>
    <p:sldLayoutId id="2147483777" r:id="rId9"/>
    <p:sldLayoutId id="2147483830" r:id="rId10"/>
    <p:sldLayoutId id="2147483831" r:id="rId11"/>
    <p:sldLayoutId id="2147483781" r:id="rId12"/>
    <p:sldLayoutId id="2147483782" r:id="rId13"/>
    <p:sldLayoutId id="2147483842" r:id="rId14"/>
    <p:sldLayoutId id="2147483844" r:id="rId15"/>
    <p:sldLayoutId id="2147483843" r:id="rId16"/>
    <p:sldLayoutId id="2147483783" r:id="rId17"/>
    <p:sldLayoutId id="2147483784" r:id="rId18"/>
    <p:sldLayoutId id="2147483785" r:id="rId19"/>
    <p:sldLayoutId id="2147483795" r:id="rId20"/>
    <p:sldLayoutId id="2147483794" r:id="rId21"/>
    <p:sldLayoutId id="2147483786" r:id="rId22"/>
    <p:sldLayoutId id="2147483787" r:id="rId23"/>
    <p:sldLayoutId id="2147483788" r:id="rId24"/>
    <p:sldLayoutId id="2147483789" r:id="rId25"/>
    <p:sldLayoutId id="2147483792" r:id="rId26"/>
    <p:sldLayoutId id="2147483796" r:id="rId27"/>
    <p:sldLayoutId id="2147483797" r:id="rId28"/>
    <p:sldLayoutId id="2147483798" r:id="rId29"/>
    <p:sldLayoutId id="2147483840" r:id="rId30"/>
    <p:sldLayoutId id="2147483799" r:id="rId31"/>
    <p:sldLayoutId id="2147483841" r:id="rId32"/>
    <p:sldLayoutId id="2147483800" r:id="rId33"/>
    <p:sldLayoutId id="2147483801" r:id="rId34"/>
    <p:sldLayoutId id="2147483845" r:id="rId35"/>
    <p:sldLayoutId id="2147483804" r:id="rId36"/>
    <p:sldLayoutId id="2147483805" r:id="rId37"/>
    <p:sldLayoutId id="2147483806" r:id="rId38"/>
    <p:sldLayoutId id="2147483807" r:id="rId39"/>
    <p:sldLayoutId id="2147483808" r:id="rId40"/>
    <p:sldLayoutId id="2147483809" r:id="rId41"/>
    <p:sldLayoutId id="2147483846" r:id="rId42"/>
    <p:sldLayoutId id="2147483810" r:id="rId43"/>
    <p:sldLayoutId id="2147483847" r:id="rId44"/>
    <p:sldLayoutId id="2147483811" r:id="rId45"/>
    <p:sldLayoutId id="2147483848" r:id="rId46"/>
    <p:sldLayoutId id="2147483812" r:id="rId47"/>
    <p:sldLayoutId id="2147483849" r:id="rId48"/>
    <p:sldLayoutId id="2147483813" r:id="rId49"/>
    <p:sldLayoutId id="2147483850" r:id="rId50"/>
    <p:sldLayoutId id="2147483814" r:id="rId51"/>
    <p:sldLayoutId id="2147483851" r:id="rId52"/>
    <p:sldLayoutId id="2147483815" r:id="rId53"/>
    <p:sldLayoutId id="2147483852" r:id="rId54"/>
    <p:sldLayoutId id="2147483821" r:id="rId55"/>
    <p:sldLayoutId id="2147483833" r:id="rId56"/>
    <p:sldLayoutId id="2147483822" r:id="rId57"/>
    <p:sldLayoutId id="2147483834" r:id="rId58"/>
    <p:sldLayoutId id="2147483823" r:id="rId59"/>
    <p:sldLayoutId id="2147483835" r:id="rId60"/>
    <p:sldLayoutId id="2147483824" r:id="rId61"/>
    <p:sldLayoutId id="2147483836" r:id="rId62"/>
    <p:sldLayoutId id="2147483825" r:id="rId63"/>
    <p:sldLayoutId id="2147483837" r:id="rId64"/>
    <p:sldLayoutId id="2147483826" r:id="rId65"/>
    <p:sldLayoutId id="2147483838" r:id="rId66"/>
    <p:sldLayoutId id="2147483827" r:id="rId67"/>
    <p:sldLayoutId id="2147483839" r:id="rId68"/>
    <p:sldLayoutId id="2147483828" r:id="rId69"/>
    <p:sldLayoutId id="2147483855" r:id="rId70"/>
    <p:sldLayoutId id="2147483856" r:id="rId71"/>
    <p:sldLayoutId id="2147483857" r:id="rId72"/>
    <p:sldLayoutId id="2147483858" r:id="rId73"/>
    <p:sldLayoutId id="2147483861" r:id="rId74"/>
    <p:sldLayoutId id="2147483862" r:id="rId75"/>
    <p:sldLayoutId id="2147483864" r:id="rId76"/>
    <p:sldLayoutId id="2147483865" r:id="rId77"/>
  </p:sldLayoutIdLst>
  <p:transition>
    <p:fade/>
  </p:transition>
  <p:hf hdr="0"/>
  <p:txStyles>
    <p:titleStyle>
      <a:lvl1pPr marL="0" algn="l" defTabSz="1039307" rtl="0" eaLnBrk="1" latinLnBrk="0" hangingPunct="1">
        <a:lnSpc>
          <a:spcPct val="100000"/>
        </a:lnSpc>
        <a:spcBef>
          <a:spcPct val="0"/>
        </a:spcBef>
        <a:buNone/>
        <a:tabLst>
          <a:tab pos="0" algn="l"/>
          <a:tab pos="2874963" algn="l"/>
        </a:tabLst>
        <a:defRPr lang="en-GB" sz="2800" b="0" kern="1200" cap="none" spc="0" baseline="0" dirty="0">
          <a:solidFill>
            <a:schemeClr val="accent1"/>
          </a:solidFill>
          <a:latin typeface="+mj-lt"/>
          <a:ea typeface="+mj-ea"/>
          <a:cs typeface="+mj-cs"/>
        </a:defRPr>
      </a:lvl1pPr>
    </p:titleStyle>
    <p:body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p:bodyStyle>
    <p:otherStyle>
      <a:defPPr>
        <a:defRPr lang="en-US"/>
      </a:defPPr>
      <a:lvl1pPr marL="0" algn="l" defTabSz="1039307" rtl="0" eaLnBrk="1" latinLnBrk="0" hangingPunct="1">
        <a:defRPr sz="2000" kern="1200">
          <a:solidFill>
            <a:schemeClr val="tx1"/>
          </a:solidFill>
          <a:latin typeface="+mn-lt"/>
          <a:ea typeface="+mn-ea"/>
          <a:cs typeface="+mn-cs"/>
        </a:defRPr>
      </a:lvl1pPr>
      <a:lvl2pPr marL="519654" algn="l" defTabSz="1039307" rtl="0" eaLnBrk="1" latinLnBrk="0" hangingPunct="1">
        <a:defRPr sz="2000" kern="1200">
          <a:solidFill>
            <a:schemeClr val="tx1"/>
          </a:solidFill>
          <a:latin typeface="+mn-lt"/>
          <a:ea typeface="+mn-ea"/>
          <a:cs typeface="+mn-cs"/>
        </a:defRPr>
      </a:lvl2pPr>
      <a:lvl3pPr marL="1039307" algn="l" defTabSz="1039307" rtl="0" eaLnBrk="1" latinLnBrk="0" hangingPunct="1">
        <a:defRPr sz="2000" kern="1200">
          <a:solidFill>
            <a:schemeClr val="tx1"/>
          </a:solidFill>
          <a:latin typeface="+mn-lt"/>
          <a:ea typeface="+mn-ea"/>
          <a:cs typeface="+mn-cs"/>
        </a:defRPr>
      </a:lvl3pPr>
      <a:lvl4pPr marL="1558961" algn="l" defTabSz="1039307" rtl="0" eaLnBrk="1" latinLnBrk="0" hangingPunct="1">
        <a:defRPr sz="2000" kern="1200">
          <a:solidFill>
            <a:schemeClr val="tx1"/>
          </a:solidFill>
          <a:latin typeface="+mn-lt"/>
          <a:ea typeface="+mn-ea"/>
          <a:cs typeface="+mn-cs"/>
        </a:defRPr>
      </a:lvl4pPr>
      <a:lvl5pPr marL="2078614" algn="l" defTabSz="1039307" rtl="0" eaLnBrk="1" latinLnBrk="0" hangingPunct="1">
        <a:defRPr sz="2000" kern="1200">
          <a:solidFill>
            <a:schemeClr val="tx1"/>
          </a:solidFill>
          <a:latin typeface="+mn-lt"/>
          <a:ea typeface="+mn-ea"/>
          <a:cs typeface="+mn-cs"/>
        </a:defRPr>
      </a:lvl5pPr>
      <a:lvl6pPr marL="2598268" algn="l" defTabSz="1039307" rtl="0" eaLnBrk="1" latinLnBrk="0" hangingPunct="1">
        <a:defRPr sz="2000" kern="1200">
          <a:solidFill>
            <a:schemeClr val="tx1"/>
          </a:solidFill>
          <a:latin typeface="+mn-lt"/>
          <a:ea typeface="+mn-ea"/>
          <a:cs typeface="+mn-cs"/>
        </a:defRPr>
      </a:lvl6pPr>
      <a:lvl7pPr marL="3117921" algn="l" defTabSz="1039307" rtl="0" eaLnBrk="1" latinLnBrk="0" hangingPunct="1">
        <a:defRPr sz="2000" kern="1200">
          <a:solidFill>
            <a:schemeClr val="tx1"/>
          </a:solidFill>
          <a:latin typeface="+mn-lt"/>
          <a:ea typeface="+mn-ea"/>
          <a:cs typeface="+mn-cs"/>
        </a:defRPr>
      </a:lvl7pPr>
      <a:lvl8pPr marL="3637575" algn="l" defTabSz="1039307" rtl="0" eaLnBrk="1" latinLnBrk="0" hangingPunct="1">
        <a:defRPr sz="2000" kern="1200">
          <a:solidFill>
            <a:schemeClr val="tx1"/>
          </a:solidFill>
          <a:latin typeface="+mn-lt"/>
          <a:ea typeface="+mn-ea"/>
          <a:cs typeface="+mn-cs"/>
        </a:defRPr>
      </a:lvl8pPr>
      <a:lvl9pPr marL="4157228" algn="l" defTabSz="1039307"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48" userDrawn="1">
          <p15:clr>
            <a:srgbClr val="F26B43"/>
          </p15:clr>
        </p15:guide>
        <p15:guide id="5" orient="horz" pos="323" userDrawn="1">
          <p15:clr>
            <a:srgbClr val="FBAE40"/>
          </p15:clr>
        </p15:guide>
        <p15:guide id="7" orient="horz" pos="437" userDrawn="1">
          <p15:clr>
            <a:srgbClr val="F26B43"/>
          </p15:clr>
        </p15:guide>
        <p15:guide id="10" orient="horz" pos="3884" userDrawn="1">
          <p15:clr>
            <a:srgbClr val="F26B43"/>
          </p15:clr>
        </p15:guide>
        <p15:guide id="11" orient="horz" pos="936" userDrawn="1">
          <p15:clr>
            <a:srgbClr val="F26B43"/>
          </p15:clr>
        </p15:guide>
        <p15:guide id="12" orient="horz" pos="1027" userDrawn="1">
          <p15:clr>
            <a:srgbClr val="F26B43"/>
          </p15:clr>
        </p15:guide>
        <p15:guide id="14" pos="847" userDrawn="1">
          <p15:clr>
            <a:srgbClr val="F26B43"/>
          </p15:clr>
        </p15:guide>
        <p15:guide id="15" pos="938" userDrawn="1">
          <p15:clr>
            <a:srgbClr val="F26B43"/>
          </p15:clr>
        </p15:guide>
        <p15:guide id="16" pos="1437" userDrawn="1">
          <p15:clr>
            <a:srgbClr val="F26B43"/>
          </p15:clr>
        </p15:guide>
        <p15:guide id="17" pos="1528" userDrawn="1">
          <p15:clr>
            <a:srgbClr val="F26B43"/>
          </p15:clr>
        </p15:guide>
        <p15:guide id="18" pos="2027" userDrawn="1">
          <p15:clr>
            <a:srgbClr val="F26B43"/>
          </p15:clr>
        </p15:guide>
        <p15:guide id="19" pos="2117" userDrawn="1">
          <p15:clr>
            <a:srgbClr val="F26B43"/>
          </p15:clr>
        </p15:guide>
        <p15:guide id="20" pos="2616" userDrawn="1">
          <p15:clr>
            <a:srgbClr val="F26B43"/>
          </p15:clr>
        </p15:guide>
        <p15:guide id="21" pos="2707" userDrawn="1">
          <p15:clr>
            <a:srgbClr val="F26B43"/>
          </p15:clr>
        </p15:guide>
        <p15:guide id="22" pos="3206" userDrawn="1">
          <p15:clr>
            <a:srgbClr val="F26B43"/>
          </p15:clr>
        </p15:guide>
        <p15:guide id="23" pos="3297" userDrawn="1">
          <p15:clr>
            <a:srgbClr val="F26B43"/>
          </p15:clr>
        </p15:guide>
        <p15:guide id="24" pos="3796" userDrawn="1">
          <p15:clr>
            <a:srgbClr val="F26B43"/>
          </p15:clr>
        </p15:guide>
        <p15:guide id="25" pos="3886" userDrawn="1">
          <p15:clr>
            <a:srgbClr val="F26B43"/>
          </p15:clr>
        </p15:guide>
        <p15:guide id="26" pos="4385" userDrawn="1">
          <p15:clr>
            <a:srgbClr val="F26B43"/>
          </p15:clr>
        </p15:guide>
        <p15:guide id="27" pos="4476" userDrawn="1">
          <p15:clr>
            <a:srgbClr val="F26B43"/>
          </p15:clr>
        </p15:guide>
        <p15:guide id="28" pos="4975" userDrawn="1">
          <p15:clr>
            <a:srgbClr val="F26B43"/>
          </p15:clr>
        </p15:guide>
        <p15:guide id="29" pos="5066" userDrawn="1">
          <p15:clr>
            <a:srgbClr val="F26B43"/>
          </p15:clr>
        </p15:guide>
        <p15:guide id="30" pos="5565" userDrawn="1">
          <p15:clr>
            <a:srgbClr val="F26B43"/>
          </p15:clr>
        </p15:guide>
        <p15:guide id="31" pos="5655" userDrawn="1">
          <p15:clr>
            <a:srgbClr val="F26B43"/>
          </p15:clr>
        </p15:guide>
        <p15:guide id="32" pos="6154" userDrawn="1">
          <p15:clr>
            <a:srgbClr val="F26B43"/>
          </p15:clr>
        </p15:guide>
        <p15:guide id="33" pos="6245" userDrawn="1">
          <p15:clr>
            <a:srgbClr val="F26B43"/>
          </p15:clr>
        </p15:guide>
        <p15:guide id="34" pos="6744" userDrawn="1">
          <p15:clr>
            <a:srgbClr val="F26B43"/>
          </p15:clr>
        </p15:guide>
        <p15:guide id="35" pos="6835" userDrawn="1">
          <p15:clr>
            <a:srgbClr val="F26B43"/>
          </p15:clr>
        </p15:guide>
        <p15:guide id="36" pos="7334" userDrawn="1">
          <p15:clr>
            <a:srgbClr val="F26B43"/>
          </p15:clr>
        </p15:guide>
        <p15:guide id="37" orient="horz" pos="1525" userDrawn="1">
          <p15:clr>
            <a:srgbClr val="F26B43"/>
          </p15:clr>
        </p15:guide>
        <p15:guide id="38" orient="horz" pos="1616" userDrawn="1">
          <p15:clr>
            <a:srgbClr val="F26B43"/>
          </p15:clr>
        </p15:guide>
        <p15:guide id="39" orient="horz" pos="2115" userDrawn="1">
          <p15:clr>
            <a:srgbClr val="F26B43"/>
          </p15:clr>
        </p15:guide>
        <p15:guide id="40" orient="horz" pos="2206" userDrawn="1">
          <p15:clr>
            <a:srgbClr val="F26B43"/>
          </p15:clr>
        </p15:guide>
        <p15:guide id="41" orient="horz" pos="2705" userDrawn="1">
          <p15:clr>
            <a:srgbClr val="F26B43"/>
          </p15:clr>
        </p15:guide>
        <p15:guide id="42" orient="horz" pos="2796" userDrawn="1">
          <p15:clr>
            <a:srgbClr val="F26B43"/>
          </p15:clr>
        </p15:guide>
        <p15:guide id="43" orient="horz" pos="3294" userDrawn="1">
          <p15:clr>
            <a:srgbClr val="F26B43"/>
          </p15:clr>
        </p15:guide>
        <p15:guide id="44" orient="horz" pos="338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2.xml"/><Relationship Id="rId7" Type="http://schemas.openxmlformats.org/officeDocument/2006/relationships/image" Target="../media/image12.jpeg"/><Relationship Id="rId2" Type="http://schemas.openxmlformats.org/officeDocument/2006/relationships/customXml" Target="../../customXml/item15.xml"/><Relationship Id="rId1" Type="http://schemas.openxmlformats.org/officeDocument/2006/relationships/customXml" Target="../../customXml/item7.xml"/><Relationship Id="rId6" Type="http://schemas.openxmlformats.org/officeDocument/2006/relationships/image" Target="../media/image11.jpeg"/><Relationship Id="rId5" Type="http://schemas.openxmlformats.org/officeDocument/2006/relationships/slideLayout" Target="../slideLayouts/slideLayout4.xml"/><Relationship Id="rId4"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1.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5.xml"/><Relationship Id="rId2" Type="http://schemas.openxmlformats.org/officeDocument/2006/relationships/customXml" Target="../../customXml/item24.xml"/><Relationship Id="rId1" Type="http://schemas.openxmlformats.org/officeDocument/2006/relationships/customXml" Target="../../customXml/item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customXml" Target="../../customXml/item11.xml"/><Relationship Id="rId1" Type="http://schemas.openxmlformats.org/officeDocument/2006/relationships/customXml" Target="../../customXml/item4.xml"/><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customXml" Target="../../customXml/item21.xml"/><Relationship Id="rId1" Type="http://schemas.openxmlformats.org/officeDocument/2006/relationships/customXml" Target="../../customXml/item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2539EA-F9E8-BFA2-5D4E-B8EE427913E7}"/>
              </a:ext>
            </a:extLst>
          </p:cNvPr>
          <p:cNvSpPr>
            <a:spLocks noGrp="1"/>
          </p:cNvSpPr>
          <p:nvPr>
            <p:ph type="body" sz="quarter" idx="15"/>
          </p:nvPr>
        </p:nvSpPr>
        <p:spPr/>
        <p:txBody>
          <a:bodyPr/>
          <a:lstStyle/>
          <a:p>
            <a:r>
              <a:rPr lang="en-GB"/>
              <a:t>Project </a:t>
            </a:r>
            <a:r>
              <a:rPr lang="en-GB" err="1"/>
              <a:t>Cospace</a:t>
            </a:r>
            <a:r>
              <a:rPr lang="en-GB"/>
              <a:t> Blueprint.</a:t>
            </a:r>
          </a:p>
        </p:txBody>
      </p:sp>
      <p:pic>
        <p:nvPicPr>
          <p:cNvPr id="8" name="Picture Placeholder 3">
            <a:extLst>
              <a:ext uri="{FF2B5EF4-FFF2-40B4-BE49-F238E27FC236}">
                <a16:creationId xmlns:a16="http://schemas.microsoft.com/office/drawing/2014/main" id="{D645E53C-7654-F7F5-1675-3644EC64208F}"/>
              </a:ext>
            </a:extLst>
          </p:cNvPr>
          <p:cNvPicPr>
            <a:picLocks noGrp="1" noChangeAspect="1"/>
          </p:cNvPicPr>
          <p:nvPr>
            <p:ph type="pic" sz="quarter" idx="23"/>
            <p:custDataLst>
              <p:tags r:id="rId3"/>
            </p:custDataLst>
          </p:nvPr>
        </p:nvPicPr>
        <p:blipFill rotWithShape="1">
          <a:blip r:embed="rId6" cstate="print">
            <a:extLst>
              <a:ext uri="{28A0092B-C50C-407E-A947-70E740481C1C}">
                <a14:useLocalDpi xmlns:a14="http://schemas.microsoft.com/office/drawing/2010/main" val="0"/>
              </a:ext>
            </a:extLst>
          </a:blip>
          <a:srcRect l="16508" r="16508"/>
          <a:stretch/>
        </p:blipFill>
        <p:spPr>
          <a:xfrm>
            <a:off x="9913937" y="2567305"/>
            <a:ext cx="1728788" cy="1720162"/>
          </a:xfrm>
        </p:spPr>
      </p:pic>
      <p:pic>
        <p:nvPicPr>
          <p:cNvPr id="9" name="Picture Placeholder 12">
            <a:extLst>
              <a:ext uri="{FF2B5EF4-FFF2-40B4-BE49-F238E27FC236}">
                <a16:creationId xmlns:a16="http://schemas.microsoft.com/office/drawing/2014/main" id="{0FE9B958-8565-E914-FD94-B0449C01302A}"/>
              </a:ext>
            </a:extLst>
          </p:cNvPr>
          <p:cNvPicPr>
            <a:picLocks noGrp="1" noChangeAspect="1"/>
          </p:cNvPicPr>
          <p:nvPr>
            <p:ph type="pic" sz="quarter" idx="22"/>
            <p:custDataLst>
              <p:tags r:id="rId4"/>
            </p:custDataLst>
          </p:nvPr>
        </p:nvPicPr>
        <p:blipFill rotWithShape="1">
          <a:blip r:embed="rId7" cstate="print">
            <a:extLst>
              <a:ext uri="{28A0092B-C50C-407E-A947-70E740481C1C}">
                <a14:useLocalDpi xmlns:a14="http://schemas.microsoft.com/office/drawing/2010/main" val="0"/>
              </a:ext>
            </a:extLst>
          </a:blip>
          <a:srcRect l="16675" r="16675"/>
          <a:stretch/>
        </p:blipFill>
        <p:spPr>
          <a:xfrm>
            <a:off x="6169025" y="2567305"/>
            <a:ext cx="3600452" cy="3600441"/>
          </a:xfrm>
        </p:spPr>
      </p:pic>
      <p:grpSp>
        <p:nvGrpSpPr>
          <p:cNvPr id="10" name="Group 9">
            <a:extLst>
              <a:ext uri="{FF2B5EF4-FFF2-40B4-BE49-F238E27FC236}">
                <a16:creationId xmlns:a16="http://schemas.microsoft.com/office/drawing/2014/main" id="{AE909A3D-40A6-161C-FBCB-D4DC3A7730C0}"/>
              </a:ext>
            </a:extLst>
          </p:cNvPr>
          <p:cNvGrpSpPr/>
          <p:nvPr/>
        </p:nvGrpSpPr>
        <p:grpSpPr>
          <a:xfrm>
            <a:off x="0" y="0"/>
            <a:ext cx="180000" cy="6859588"/>
            <a:chOff x="0" y="0"/>
            <a:chExt cx="108000" cy="5212942"/>
          </a:xfrm>
        </p:grpSpPr>
        <p:sp>
          <p:nvSpPr>
            <p:cNvPr id="11" name="Rectangle 10">
              <a:extLst>
                <a:ext uri="{FF2B5EF4-FFF2-40B4-BE49-F238E27FC236}">
                  <a16:creationId xmlns:a16="http://schemas.microsoft.com/office/drawing/2014/main" id="{8CB816ED-E7F6-33B1-FDA7-BCD838E388A1}"/>
                </a:ext>
              </a:extLst>
            </p:cNvPr>
            <p:cNvSpPr/>
            <p:nvPr/>
          </p:nvSpPr>
          <p:spPr>
            <a:xfrm>
              <a:off x="0" y="0"/>
              <a:ext cx="108000" cy="1305228"/>
            </a:xfrm>
            <a:prstGeom prst="rect">
              <a:avLst/>
            </a:prstGeom>
            <a:solidFill>
              <a:srgbClr val="E8EC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816A3FDD-80C1-12BD-2FBD-BF71F6C4D2E5}"/>
                </a:ext>
              </a:extLst>
            </p:cNvPr>
            <p:cNvSpPr/>
            <p:nvPr/>
          </p:nvSpPr>
          <p:spPr>
            <a:xfrm>
              <a:off x="0" y="1301243"/>
              <a:ext cx="108000" cy="1305228"/>
            </a:xfrm>
            <a:prstGeom prst="rect">
              <a:avLst/>
            </a:prstGeom>
            <a:solidFill>
              <a:srgbClr val="A2B3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D98E490B-1366-E80D-0836-2F52FAB15A94}"/>
                </a:ext>
              </a:extLst>
            </p:cNvPr>
            <p:cNvSpPr/>
            <p:nvPr/>
          </p:nvSpPr>
          <p:spPr>
            <a:xfrm>
              <a:off x="0" y="2606471"/>
              <a:ext cx="108000" cy="1305228"/>
            </a:xfrm>
            <a:prstGeom prst="rect">
              <a:avLst/>
            </a:prstGeom>
            <a:solidFill>
              <a:srgbClr val="647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4BA5D2AB-559A-0DB8-21CF-E33FAEAADF5F}"/>
                </a:ext>
              </a:extLst>
            </p:cNvPr>
            <p:cNvSpPr/>
            <p:nvPr/>
          </p:nvSpPr>
          <p:spPr>
            <a:xfrm>
              <a:off x="0" y="3907714"/>
              <a:ext cx="108000" cy="1305228"/>
            </a:xfrm>
            <a:prstGeom prst="rect">
              <a:avLst/>
            </a:prstGeom>
            <a:solidFill>
              <a:srgbClr val="36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3" name="Text Placeholder 1">
            <a:extLst>
              <a:ext uri="{FF2B5EF4-FFF2-40B4-BE49-F238E27FC236}">
                <a16:creationId xmlns:a16="http://schemas.microsoft.com/office/drawing/2014/main" id="{F30A9333-987E-1125-A5FA-9329292C7EAA}"/>
              </a:ext>
            </a:extLst>
          </p:cNvPr>
          <p:cNvSpPr txBox="1">
            <a:spLocks/>
          </p:cNvSpPr>
          <p:nvPr/>
        </p:nvSpPr>
        <p:spPr>
          <a:xfrm>
            <a:off x="508891" y="1707125"/>
            <a:ext cx="5329339" cy="2660400"/>
          </a:xfrm>
          <a:prstGeom prst="rect">
            <a:avLst/>
          </a:prstGeom>
        </p:spPr>
        <p:txBody>
          <a:bodyPr vert="horz" lIns="0" tIns="0" rIns="0" bIns="0" rtlCol="0" anchor="b" anchorCtr="0">
            <a:noAutofit/>
          </a:bodyPr>
          <a:lstStyle>
            <a:lvl1pPr marL="0" indent="0" algn="l" defTabSz="1039307" rtl="0" eaLnBrk="1" latinLnBrk="0" hangingPunct="1">
              <a:lnSpc>
                <a:spcPct val="100000"/>
              </a:lnSpc>
              <a:spcBef>
                <a:spcPct val="0"/>
              </a:spcBef>
              <a:spcAft>
                <a:spcPts val="0"/>
              </a:spcAft>
              <a:buClrTx/>
              <a:buFont typeface="Arial" panose="020B0604020202020204" pitchFamily="34" charset="0"/>
              <a:buNone/>
              <a:tabLst>
                <a:tab pos="0" algn="l"/>
                <a:tab pos="2874963" algn="l"/>
              </a:tabLst>
              <a:defRPr kumimoji="0" lang="en-GB" sz="4800" b="0" i="0" u="none" strike="noStrike" kern="1200" cap="none" spc="0" normalizeH="0" baseline="0" dirty="0">
                <a:ln>
                  <a:noFill/>
                </a:ln>
                <a:solidFill>
                  <a:schemeClr val="bg1"/>
                </a:solidFill>
                <a:effectLst/>
                <a:uLnTx/>
                <a:uFillTx/>
                <a:latin typeface="+mj-lt"/>
                <a:ea typeface="+mj-ea"/>
                <a:cs typeface="+mj-cs"/>
              </a:defRPr>
            </a:lvl1pPr>
            <a:lvl2pPr marL="0" indent="0" algn="l" defTabSz="203892" rtl="0" eaLnBrk="1" latinLnBrk="0" hangingPunct="1">
              <a:lnSpc>
                <a:spcPct val="90000"/>
              </a:lnSpc>
              <a:spcBef>
                <a:spcPts val="200"/>
              </a:spcBef>
              <a:spcAft>
                <a:spcPts val="0"/>
              </a:spcAft>
              <a:buClrTx/>
              <a:buFont typeface="Arial" panose="020B0604020202020204" pitchFamily="34" charset="0"/>
              <a:buNone/>
              <a:defRPr sz="2400" b="1" kern="1200" cap="none" spc="0" baseline="0">
                <a:solidFill>
                  <a:schemeClr val="tx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endParaRPr lang="en-GB"/>
          </a:p>
        </p:txBody>
      </p:sp>
      <p:sp>
        <p:nvSpPr>
          <p:cNvPr id="4" name="TextBox 3">
            <a:extLst>
              <a:ext uri="{FF2B5EF4-FFF2-40B4-BE49-F238E27FC236}">
                <a16:creationId xmlns:a16="http://schemas.microsoft.com/office/drawing/2014/main" id="{79A673C1-6E0F-0340-427B-8A618E13912C}"/>
              </a:ext>
            </a:extLst>
          </p:cNvPr>
          <p:cNvSpPr txBox="1"/>
          <p:nvPr/>
        </p:nvSpPr>
        <p:spPr>
          <a:xfrm>
            <a:off x="1856935" y="4192172"/>
            <a:ext cx="0" cy="0"/>
          </a:xfrm>
          <a:prstGeom prst="rect">
            <a:avLst/>
          </a:prstGeom>
          <a:noFill/>
        </p:spPr>
        <p:txBody>
          <a:bodyPr wrap="none" rtlCol="0">
            <a:noAutofit/>
          </a:bodyPr>
          <a:lstStyle/>
          <a:p>
            <a:endParaRPr lang="en-US" sz="1100" err="1"/>
          </a:p>
        </p:txBody>
      </p:sp>
      <p:pic>
        <p:nvPicPr>
          <p:cNvPr id="7" name="Picture Placeholder 6">
            <a:extLst>
              <a:ext uri="{FF2B5EF4-FFF2-40B4-BE49-F238E27FC236}">
                <a16:creationId xmlns:a16="http://schemas.microsoft.com/office/drawing/2014/main" id="{AFDED647-F4CE-6A70-B283-C3D6CF7A6C5A}"/>
              </a:ext>
            </a:extLst>
          </p:cNvPr>
          <p:cNvPicPr>
            <a:picLocks noGrp="1" noChangeAspect="1"/>
          </p:cNvPicPr>
          <p:nvPr>
            <p:ph type="pic" sz="quarter" idx="21"/>
          </p:nvPr>
        </p:nvPicPr>
        <p:blipFill>
          <a:blip r:embed="rId8"/>
          <a:srcRect l="15464" r="15464"/>
          <a:stretch/>
        </p:blipFill>
        <p:spPr>
          <a:xfrm>
            <a:off x="6155342" y="695062"/>
            <a:ext cx="2399080" cy="1727464"/>
          </a:xfrm>
          <a:custGeom>
            <a:avLst/>
            <a:gdLst>
              <a:gd name="connsiteX0" fmla="*/ 69029 w 1728788"/>
              <a:gd name="connsiteY0" fmla="*/ 0 h 1727464"/>
              <a:gd name="connsiteX1" fmla="*/ 1659759 w 1728788"/>
              <a:gd name="connsiteY1" fmla="*/ 0 h 1727464"/>
              <a:gd name="connsiteX2" fmla="*/ 1728788 w 1728788"/>
              <a:gd name="connsiteY2" fmla="*/ 69029 h 1727464"/>
              <a:gd name="connsiteX3" fmla="*/ 1728788 w 1728788"/>
              <a:gd name="connsiteY3" fmla="*/ 1658435 h 1727464"/>
              <a:gd name="connsiteX4" fmla="*/ 1659759 w 1728788"/>
              <a:gd name="connsiteY4" fmla="*/ 1727464 h 1727464"/>
              <a:gd name="connsiteX5" fmla="*/ 69029 w 1728788"/>
              <a:gd name="connsiteY5" fmla="*/ 1727464 h 1727464"/>
              <a:gd name="connsiteX6" fmla="*/ 0 w 1728788"/>
              <a:gd name="connsiteY6" fmla="*/ 1658435 h 1727464"/>
              <a:gd name="connsiteX7" fmla="*/ 0 w 1728788"/>
              <a:gd name="connsiteY7" fmla="*/ 69029 h 1727464"/>
              <a:gd name="connsiteX8" fmla="*/ 69029 w 1728788"/>
              <a:gd name="connsiteY8" fmla="*/ 0 h 1727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8788" h="1727464">
                <a:moveTo>
                  <a:pt x="69029" y="0"/>
                </a:moveTo>
                <a:lnTo>
                  <a:pt x="1659759" y="0"/>
                </a:lnTo>
                <a:cubicBezTo>
                  <a:pt x="1697883" y="0"/>
                  <a:pt x="1728788" y="30905"/>
                  <a:pt x="1728788" y="69029"/>
                </a:cubicBezTo>
                <a:lnTo>
                  <a:pt x="1728788" y="1658435"/>
                </a:lnTo>
                <a:cubicBezTo>
                  <a:pt x="1728788" y="1696559"/>
                  <a:pt x="1697883" y="1727464"/>
                  <a:pt x="1659759" y="1727464"/>
                </a:cubicBezTo>
                <a:lnTo>
                  <a:pt x="69029" y="1727464"/>
                </a:lnTo>
                <a:cubicBezTo>
                  <a:pt x="30905" y="1727464"/>
                  <a:pt x="0" y="1696559"/>
                  <a:pt x="0" y="1658435"/>
                </a:cubicBezTo>
                <a:lnTo>
                  <a:pt x="0" y="69029"/>
                </a:lnTo>
                <a:cubicBezTo>
                  <a:pt x="0" y="30905"/>
                  <a:pt x="30905" y="0"/>
                  <a:pt x="69029" y="0"/>
                </a:cubicBezTo>
                <a:close/>
              </a:path>
            </a:pathLst>
          </a:custGeom>
          <a:solidFill>
            <a:srgbClr val="E8ECF2"/>
          </a:solidFill>
        </p:spPr>
      </p:pic>
      <p:sp>
        <p:nvSpPr>
          <p:cNvPr id="15" name="TextBox 14">
            <a:extLst>
              <a:ext uri="{FF2B5EF4-FFF2-40B4-BE49-F238E27FC236}">
                <a16:creationId xmlns:a16="http://schemas.microsoft.com/office/drawing/2014/main" id="{88026EAC-600C-AD2D-1C6C-7013386D5BA9}"/>
              </a:ext>
            </a:extLst>
          </p:cNvPr>
          <p:cNvSpPr txBox="1"/>
          <p:nvPr/>
        </p:nvSpPr>
        <p:spPr>
          <a:xfrm>
            <a:off x="1899138" y="5936566"/>
            <a:ext cx="2039816" cy="98474"/>
          </a:xfrm>
          <a:prstGeom prst="rect">
            <a:avLst/>
          </a:prstGeom>
          <a:noFill/>
        </p:spPr>
        <p:txBody>
          <a:bodyPr wrap="none" rtlCol="0">
            <a:noAutofit/>
          </a:bodyPr>
          <a:lstStyle/>
          <a:p>
            <a:endParaRPr lang="en-US" sz="1100" err="1"/>
          </a:p>
        </p:txBody>
      </p:sp>
    </p:spTree>
    <p:custDataLst>
      <p:custData r:id="rId1"/>
      <p:custData r:id="rId2"/>
    </p:custDataLst>
    <p:extLst>
      <p:ext uri="{BB962C8B-B14F-4D97-AF65-F5344CB8AC3E}">
        <p14:creationId xmlns:p14="http://schemas.microsoft.com/office/powerpoint/2010/main" val="468876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A7DDA0-7689-36FE-795A-FD3D41428E69}"/>
              </a:ext>
            </a:extLst>
          </p:cNvPr>
          <p:cNvSpPr>
            <a:spLocks noGrp="1"/>
          </p:cNvSpPr>
          <p:nvPr>
            <p:ph type="title"/>
          </p:nvPr>
        </p:nvSpPr>
        <p:spPr>
          <a:xfrm>
            <a:off x="554355" y="4763"/>
            <a:ext cx="11088370" cy="792465"/>
          </a:xfrm>
        </p:spPr>
        <p:txBody>
          <a:bodyPr/>
          <a:lstStyle/>
          <a:p>
            <a:r>
              <a:rPr lang="en-GB">
                <a:cs typeface="Arial"/>
              </a:rPr>
              <a:t>User Profiles</a:t>
            </a:r>
          </a:p>
        </p:txBody>
      </p:sp>
      <p:pic>
        <p:nvPicPr>
          <p:cNvPr id="9" name="Picture 8">
            <a:extLst>
              <a:ext uri="{FF2B5EF4-FFF2-40B4-BE49-F238E27FC236}">
                <a16:creationId xmlns:a16="http://schemas.microsoft.com/office/drawing/2014/main" id="{724414D2-884B-06B0-CFD2-97CDB51ACF61}"/>
              </a:ext>
            </a:extLst>
          </p:cNvPr>
          <p:cNvPicPr>
            <a:picLocks noChangeAspect="1"/>
          </p:cNvPicPr>
          <p:nvPr/>
        </p:nvPicPr>
        <p:blipFill>
          <a:blip r:embed="rId2"/>
          <a:stretch>
            <a:fillRect/>
          </a:stretch>
        </p:blipFill>
        <p:spPr>
          <a:xfrm>
            <a:off x="187638" y="934664"/>
            <a:ext cx="3851085" cy="5486083"/>
          </a:xfrm>
          <a:prstGeom prst="rect">
            <a:avLst/>
          </a:prstGeom>
        </p:spPr>
      </p:pic>
      <p:pic>
        <p:nvPicPr>
          <p:cNvPr id="10" name="Picture 9">
            <a:extLst>
              <a:ext uri="{FF2B5EF4-FFF2-40B4-BE49-F238E27FC236}">
                <a16:creationId xmlns:a16="http://schemas.microsoft.com/office/drawing/2014/main" id="{186CC6CB-9214-B3CB-EEB0-6DC4CAD648CF}"/>
              </a:ext>
            </a:extLst>
          </p:cNvPr>
          <p:cNvPicPr>
            <a:picLocks noChangeAspect="1"/>
          </p:cNvPicPr>
          <p:nvPr/>
        </p:nvPicPr>
        <p:blipFill>
          <a:blip r:embed="rId3"/>
          <a:stretch>
            <a:fillRect/>
          </a:stretch>
        </p:blipFill>
        <p:spPr>
          <a:xfrm>
            <a:off x="4126441" y="935075"/>
            <a:ext cx="3847793" cy="5486083"/>
          </a:xfrm>
          <a:prstGeom prst="rect">
            <a:avLst/>
          </a:prstGeom>
        </p:spPr>
      </p:pic>
      <p:pic>
        <p:nvPicPr>
          <p:cNvPr id="11" name="Picture 10">
            <a:extLst>
              <a:ext uri="{FF2B5EF4-FFF2-40B4-BE49-F238E27FC236}">
                <a16:creationId xmlns:a16="http://schemas.microsoft.com/office/drawing/2014/main" id="{947A052A-D23F-F673-AE2F-93936263D23C}"/>
              </a:ext>
            </a:extLst>
          </p:cNvPr>
          <p:cNvPicPr>
            <a:picLocks noChangeAspect="1"/>
          </p:cNvPicPr>
          <p:nvPr/>
        </p:nvPicPr>
        <p:blipFill>
          <a:blip r:embed="rId4"/>
          <a:stretch>
            <a:fillRect/>
          </a:stretch>
        </p:blipFill>
        <p:spPr>
          <a:xfrm>
            <a:off x="8058474" y="934720"/>
            <a:ext cx="3939256" cy="5486082"/>
          </a:xfrm>
          <a:prstGeom prst="rect">
            <a:avLst/>
          </a:prstGeom>
        </p:spPr>
      </p:pic>
    </p:spTree>
    <p:extLst>
      <p:ext uri="{BB962C8B-B14F-4D97-AF65-F5344CB8AC3E}">
        <p14:creationId xmlns:p14="http://schemas.microsoft.com/office/powerpoint/2010/main" val="425824152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C3AEAC1-DABB-93FB-9D06-93543DCE4860}"/>
              </a:ext>
            </a:extLst>
          </p:cNvPr>
          <p:cNvSpPr>
            <a:spLocks noGrp="1"/>
          </p:cNvSpPr>
          <p:nvPr>
            <p:ph type="title"/>
          </p:nvPr>
        </p:nvSpPr>
        <p:spPr/>
        <p:txBody>
          <a:bodyPr/>
          <a:lstStyle/>
          <a:p>
            <a:r>
              <a:rPr lang="en-GB"/>
              <a:t>Business goals</a:t>
            </a:r>
          </a:p>
        </p:txBody>
      </p:sp>
      <p:grpSp>
        <p:nvGrpSpPr>
          <p:cNvPr id="8" name="Group 7">
            <a:extLst>
              <a:ext uri="{FF2B5EF4-FFF2-40B4-BE49-F238E27FC236}">
                <a16:creationId xmlns:a16="http://schemas.microsoft.com/office/drawing/2014/main" id="{0420A1FD-B503-E50D-0F14-F505BCC764F8}"/>
              </a:ext>
            </a:extLst>
          </p:cNvPr>
          <p:cNvGrpSpPr/>
          <p:nvPr/>
        </p:nvGrpSpPr>
        <p:grpSpPr>
          <a:xfrm>
            <a:off x="0" y="0"/>
            <a:ext cx="180000" cy="6859588"/>
            <a:chOff x="0" y="0"/>
            <a:chExt cx="108000" cy="5212942"/>
          </a:xfrm>
        </p:grpSpPr>
        <p:sp>
          <p:nvSpPr>
            <p:cNvPr id="9" name="Rectangle 8">
              <a:extLst>
                <a:ext uri="{FF2B5EF4-FFF2-40B4-BE49-F238E27FC236}">
                  <a16:creationId xmlns:a16="http://schemas.microsoft.com/office/drawing/2014/main" id="{EF30F445-DBF2-EBAB-4632-6CA367D43F6A}"/>
                </a:ext>
              </a:extLst>
            </p:cNvPr>
            <p:cNvSpPr/>
            <p:nvPr/>
          </p:nvSpPr>
          <p:spPr>
            <a:xfrm>
              <a:off x="0" y="0"/>
              <a:ext cx="108000" cy="1305228"/>
            </a:xfrm>
            <a:prstGeom prst="rect">
              <a:avLst/>
            </a:prstGeom>
            <a:solidFill>
              <a:srgbClr val="E8EC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6F66A8FC-D847-878C-4CB4-A04AB843F918}"/>
                </a:ext>
              </a:extLst>
            </p:cNvPr>
            <p:cNvSpPr/>
            <p:nvPr/>
          </p:nvSpPr>
          <p:spPr>
            <a:xfrm>
              <a:off x="0" y="1301243"/>
              <a:ext cx="108000" cy="1305228"/>
            </a:xfrm>
            <a:prstGeom prst="rect">
              <a:avLst/>
            </a:prstGeom>
            <a:solidFill>
              <a:srgbClr val="A2B3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A95BB659-56D6-9218-7FE0-BB9B311010CE}"/>
                </a:ext>
              </a:extLst>
            </p:cNvPr>
            <p:cNvSpPr/>
            <p:nvPr/>
          </p:nvSpPr>
          <p:spPr>
            <a:xfrm>
              <a:off x="0" y="2606471"/>
              <a:ext cx="108000" cy="1305228"/>
            </a:xfrm>
            <a:prstGeom prst="rect">
              <a:avLst/>
            </a:prstGeom>
            <a:solidFill>
              <a:srgbClr val="647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0ADC67F9-7259-2CDF-6AD0-B21A3DCFE8E0}"/>
                </a:ext>
              </a:extLst>
            </p:cNvPr>
            <p:cNvSpPr/>
            <p:nvPr/>
          </p:nvSpPr>
          <p:spPr>
            <a:xfrm>
              <a:off x="0" y="3907714"/>
              <a:ext cx="108000" cy="1305228"/>
            </a:xfrm>
            <a:prstGeom prst="rect">
              <a:avLst/>
            </a:prstGeom>
            <a:solidFill>
              <a:srgbClr val="364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39307"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 name="TextBox 1">
            <a:extLst>
              <a:ext uri="{FF2B5EF4-FFF2-40B4-BE49-F238E27FC236}">
                <a16:creationId xmlns:a16="http://schemas.microsoft.com/office/drawing/2014/main" id="{229E31F6-B50B-334A-6ED6-9166D282419C}"/>
              </a:ext>
            </a:extLst>
          </p:cNvPr>
          <p:cNvSpPr txBox="1"/>
          <p:nvPr/>
        </p:nvSpPr>
        <p:spPr>
          <a:xfrm>
            <a:off x="11240086" y="5331655"/>
            <a:ext cx="0" cy="0"/>
          </a:xfrm>
          <a:prstGeom prst="rect">
            <a:avLst/>
          </a:prstGeom>
          <a:noFill/>
        </p:spPr>
        <p:txBody>
          <a:bodyPr wrap="none" rtlCol="0">
            <a:noAutofit/>
          </a:bodyPr>
          <a:lstStyle/>
          <a:p>
            <a:endParaRPr lang="en-US" sz="1100" err="1"/>
          </a:p>
        </p:txBody>
      </p:sp>
      <p:graphicFrame>
        <p:nvGraphicFramePr>
          <p:cNvPr id="19" name="Content Placeholder 18">
            <a:extLst>
              <a:ext uri="{FF2B5EF4-FFF2-40B4-BE49-F238E27FC236}">
                <a16:creationId xmlns:a16="http://schemas.microsoft.com/office/drawing/2014/main" id="{6D463521-F63C-BF4B-BE8C-1A64EA736093}"/>
              </a:ext>
            </a:extLst>
          </p:cNvPr>
          <p:cNvGraphicFramePr>
            <a:graphicFrameLocks noGrp="1"/>
          </p:cNvGraphicFramePr>
          <p:nvPr>
            <p:ph idx="1"/>
            <p:extLst>
              <p:ext uri="{D42A27DB-BD31-4B8C-83A1-F6EECF244321}">
                <p14:modId xmlns:p14="http://schemas.microsoft.com/office/powerpoint/2010/main" val="910173258"/>
              </p:ext>
            </p:extLst>
          </p:nvPr>
        </p:nvGraphicFramePr>
        <p:xfrm>
          <a:off x="660346" y="1633538"/>
          <a:ext cx="11325328" cy="5049658"/>
        </p:xfrm>
        <a:graphic>
          <a:graphicData uri="http://schemas.openxmlformats.org/drawingml/2006/table">
            <a:tbl>
              <a:tblPr>
                <a:tableStyleId>{5C22544A-7EE6-4342-B048-85BDC9FD1C3A}</a:tableStyleId>
              </a:tblPr>
              <a:tblGrid>
                <a:gridCol w="2831332">
                  <a:extLst>
                    <a:ext uri="{9D8B030D-6E8A-4147-A177-3AD203B41FA5}">
                      <a16:colId xmlns:a16="http://schemas.microsoft.com/office/drawing/2014/main" val="3707129467"/>
                    </a:ext>
                  </a:extLst>
                </a:gridCol>
                <a:gridCol w="2831332">
                  <a:extLst>
                    <a:ext uri="{9D8B030D-6E8A-4147-A177-3AD203B41FA5}">
                      <a16:colId xmlns:a16="http://schemas.microsoft.com/office/drawing/2014/main" val="1246658397"/>
                    </a:ext>
                  </a:extLst>
                </a:gridCol>
                <a:gridCol w="2831332">
                  <a:extLst>
                    <a:ext uri="{9D8B030D-6E8A-4147-A177-3AD203B41FA5}">
                      <a16:colId xmlns:a16="http://schemas.microsoft.com/office/drawing/2014/main" val="3086438583"/>
                    </a:ext>
                  </a:extLst>
                </a:gridCol>
                <a:gridCol w="2831332">
                  <a:extLst>
                    <a:ext uri="{9D8B030D-6E8A-4147-A177-3AD203B41FA5}">
                      <a16:colId xmlns:a16="http://schemas.microsoft.com/office/drawing/2014/main" val="445645871"/>
                    </a:ext>
                  </a:extLst>
                </a:gridCol>
              </a:tblGrid>
              <a:tr h="228468">
                <a:tc>
                  <a:txBody>
                    <a:bodyPr/>
                    <a:lstStyle/>
                    <a:p>
                      <a:pPr>
                        <a:buNone/>
                      </a:pPr>
                      <a:r>
                        <a:rPr lang="en-GB" sz="1200" b="1">
                          <a:effectLst/>
                        </a:rPr>
                        <a:t>Business Goal</a:t>
                      </a:r>
                    </a:p>
                  </a:txBody>
                  <a:tcPr marL="23259" marR="23259" marT="11629" marB="11629" anchor="ctr"/>
                </a:tc>
                <a:tc>
                  <a:txBody>
                    <a:bodyPr/>
                    <a:lstStyle/>
                    <a:p>
                      <a:pPr>
                        <a:buNone/>
                      </a:pPr>
                      <a:r>
                        <a:rPr lang="en-GB" sz="1200" b="1">
                          <a:effectLst/>
                        </a:rPr>
                        <a:t>UK Legal Constraints</a:t>
                      </a:r>
                    </a:p>
                  </a:txBody>
                  <a:tcPr marL="23259" marR="23259" marT="11629" marB="11629" anchor="ctr"/>
                </a:tc>
                <a:tc>
                  <a:txBody>
                    <a:bodyPr/>
                    <a:lstStyle/>
                    <a:p>
                      <a:pPr>
                        <a:buNone/>
                      </a:pPr>
                      <a:r>
                        <a:rPr lang="en-GB" sz="1200" b="1">
                          <a:effectLst/>
                        </a:rPr>
                        <a:t>Financial Constraints</a:t>
                      </a:r>
                    </a:p>
                  </a:txBody>
                  <a:tcPr marL="23259" marR="23259" marT="11629" marB="11629" anchor="ctr"/>
                </a:tc>
                <a:tc>
                  <a:txBody>
                    <a:bodyPr/>
                    <a:lstStyle/>
                    <a:p>
                      <a:pPr>
                        <a:buNone/>
                      </a:pPr>
                      <a:r>
                        <a:rPr lang="en-GB" sz="1200" b="1">
                          <a:effectLst/>
                        </a:rPr>
                        <a:t>Technical Constraints</a:t>
                      </a:r>
                    </a:p>
                  </a:txBody>
                  <a:tcPr marL="23259" marR="23259" marT="11629" marB="11629" anchor="ctr"/>
                </a:tc>
                <a:extLst>
                  <a:ext uri="{0D108BD9-81ED-4DB2-BD59-A6C34878D82A}">
                    <a16:rowId xmlns:a16="http://schemas.microsoft.com/office/drawing/2014/main" val="4243212620"/>
                  </a:ext>
                </a:extLst>
              </a:tr>
              <a:tr h="944334">
                <a:tc>
                  <a:txBody>
                    <a:bodyPr/>
                    <a:lstStyle/>
                    <a:p>
                      <a:pPr>
                        <a:buNone/>
                      </a:pPr>
                      <a:r>
                        <a:rPr lang="en-GB" sz="1200">
                          <a:effectLst/>
                        </a:rPr>
                        <a:t>Reduce double-bookings and manual spreadsheet admin</a:t>
                      </a:r>
                    </a:p>
                  </a:txBody>
                  <a:tcPr marL="27911" marR="27911" marT="13955" marB="13955" anchor="ctr"/>
                </a:tc>
                <a:tc>
                  <a:txBody>
                    <a:bodyPr/>
                    <a:lstStyle/>
                    <a:p>
                      <a:pPr>
                        <a:buNone/>
                      </a:pPr>
                      <a:r>
                        <a:rPr lang="en-GB" sz="1200">
                          <a:effectLst/>
                        </a:rPr>
                        <a:t>Booking data linked to named employees is personal data, so handling must comply with UK GDPR and the Data Protection Act 2018. Access to booking details should be role-based.</a:t>
                      </a:r>
                    </a:p>
                  </a:txBody>
                  <a:tcPr marL="27911" marR="27911" marT="13955" marB="13955" anchor="ctr"/>
                </a:tc>
                <a:tc>
                  <a:txBody>
                    <a:bodyPr/>
                    <a:lstStyle/>
                    <a:p>
                      <a:pPr>
                        <a:buNone/>
                      </a:pPr>
                      <a:r>
                        <a:rPr lang="en-GB" sz="1200">
                          <a:effectLst/>
                        </a:rPr>
                        <a:t>Admin time is already being wasted resolving clashes manually, so the solution should reduce the workload rather than create more admin work.</a:t>
                      </a:r>
                    </a:p>
                  </a:txBody>
                  <a:tcPr marL="27911" marR="27911" marT="13955" marB="13955" anchor="ctr"/>
                </a:tc>
                <a:tc>
                  <a:txBody>
                    <a:bodyPr/>
                    <a:lstStyle/>
                    <a:p>
                      <a:pPr>
                        <a:buNone/>
                      </a:pPr>
                      <a:r>
                        <a:rPr lang="en-GB" sz="1200">
                          <a:effectLst/>
                        </a:rPr>
                        <a:t>Must fit the agreed stack: Express + TypeScript API, Next.js frontend, MySQL + Prisma, Zod, JWT auth.</a:t>
                      </a:r>
                    </a:p>
                  </a:txBody>
                  <a:tcPr marL="27911" marR="27911" marT="13955" marB="13955" anchor="ctr"/>
                </a:tc>
                <a:extLst>
                  <a:ext uri="{0D108BD9-81ED-4DB2-BD59-A6C34878D82A}">
                    <a16:rowId xmlns:a16="http://schemas.microsoft.com/office/drawing/2014/main" val="3584965265"/>
                  </a:ext>
                </a:extLst>
              </a:tr>
              <a:tr h="842794">
                <a:tc>
                  <a:txBody>
                    <a:bodyPr/>
                    <a:lstStyle/>
                    <a:p>
                      <a:pPr>
                        <a:buNone/>
                      </a:pPr>
                      <a:r>
                        <a:rPr lang="en-GB" sz="1200">
                          <a:effectLst/>
                        </a:rPr>
                        <a:t>Make office attendance more predictable and worthwhile for colleagues</a:t>
                      </a:r>
                    </a:p>
                  </a:txBody>
                  <a:tcPr marL="27911" marR="27911" marT="13955" marB="13955" anchor="ctr"/>
                </a:tc>
                <a:tc>
                  <a:txBody>
                    <a:bodyPr/>
                    <a:lstStyle/>
                    <a:p>
                      <a:pPr>
                        <a:buNone/>
                      </a:pPr>
                      <a:r>
                        <a:rPr lang="en-GB" sz="1200">
                          <a:effectLst/>
                        </a:rPr>
                        <a:t>BrightMedia should avoid exposing more employee attendance information than necessary. Visibility of who the booking belongs to should be limited appropriately.</a:t>
                      </a:r>
                    </a:p>
                  </a:txBody>
                  <a:tcPr marL="27911" marR="27911" marT="13955" marB="13955" anchor="ctr"/>
                </a:tc>
                <a:tc>
                  <a:txBody>
                    <a:bodyPr/>
                    <a:lstStyle/>
                    <a:p>
                      <a:pPr>
                        <a:buNone/>
                      </a:pPr>
                      <a:r>
                        <a:rPr lang="en-GB" sz="1200" err="1">
                          <a:effectLst/>
                        </a:rPr>
                        <a:t>BrightMedia</a:t>
                      </a:r>
                      <a:r>
                        <a:rPr lang="en-GB" sz="1200">
                          <a:effectLst/>
                        </a:rPr>
                        <a:t> has 200 employees but only 80 desks, so the system must help people plan ahead without increasing physical office costs.</a:t>
                      </a:r>
                    </a:p>
                  </a:txBody>
                  <a:tcPr marL="27911" marR="27911" marT="13955" marB="13955" anchor="ctr"/>
                </a:tc>
                <a:tc>
                  <a:txBody>
                    <a:bodyPr/>
                    <a:lstStyle/>
                    <a:p>
                      <a:pPr>
                        <a:buNone/>
                      </a:pPr>
                      <a:r>
                        <a:rPr lang="en-GB" sz="1200">
                          <a:effectLst/>
                        </a:rPr>
                        <a:t>Availability data must be accurate and up to date; the API and UI need to support reliable desk availability checks and booking creation/cancellation.</a:t>
                      </a:r>
                    </a:p>
                  </a:txBody>
                  <a:tcPr marL="27911" marR="27911" marT="13955" marB="13955" anchor="ctr"/>
                </a:tc>
                <a:extLst>
                  <a:ext uri="{0D108BD9-81ED-4DB2-BD59-A6C34878D82A}">
                    <a16:rowId xmlns:a16="http://schemas.microsoft.com/office/drawing/2014/main" val="522355512"/>
                  </a:ext>
                </a:extLst>
              </a:tr>
              <a:tr h="842794">
                <a:tc>
                  <a:txBody>
                    <a:bodyPr/>
                    <a:lstStyle/>
                    <a:p>
                      <a:pPr>
                        <a:buNone/>
                      </a:pPr>
                      <a:r>
                        <a:rPr lang="en-GB" sz="1200">
                          <a:effectLst/>
                        </a:rPr>
                        <a:t>Improve use of reduced office space after moving to hybrid working</a:t>
                      </a:r>
                    </a:p>
                  </a:txBody>
                  <a:tcPr marL="27911" marR="27911" marT="13955" marB="13955" anchor="ctr"/>
                </a:tc>
                <a:tc>
                  <a:txBody>
                    <a:bodyPr/>
                    <a:lstStyle/>
                    <a:p>
                      <a:pPr>
                        <a:buNone/>
                      </a:pPr>
                      <a:r>
                        <a:rPr lang="en-GB" sz="1200">
                          <a:effectLst/>
                        </a:rPr>
                        <a:t>Any reporting on attendance or desk usage must still respect privacy principles such as data minimisation and appropriate access control.</a:t>
                      </a:r>
                    </a:p>
                  </a:txBody>
                  <a:tcPr marL="27911" marR="27911" marT="13955" marB="13955" anchor="ctr"/>
                </a:tc>
                <a:tc>
                  <a:txBody>
                    <a:bodyPr/>
                    <a:lstStyle/>
                    <a:p>
                      <a:pPr>
                        <a:buNone/>
                      </a:pPr>
                      <a:r>
                        <a:rPr lang="en-GB" sz="1200">
                          <a:effectLst/>
                        </a:rPr>
                        <a:t>The company has already reduced office space, so the business goal is to make better use of existing desks rather than pay for more space.</a:t>
                      </a:r>
                    </a:p>
                  </a:txBody>
                  <a:tcPr marL="27911" marR="27911" marT="13955" marB="13955" anchor="ctr"/>
                </a:tc>
                <a:tc>
                  <a:txBody>
                    <a:bodyPr/>
                    <a:lstStyle/>
                    <a:p>
                      <a:pPr>
                        <a:buNone/>
                      </a:pPr>
                      <a:r>
                        <a:rPr lang="en-GB" sz="1200">
                          <a:effectLst/>
                        </a:rPr>
                        <a:t>The system must support the existing domain model and conventions already agreed for the Booking, User, and Desk tables.</a:t>
                      </a:r>
                    </a:p>
                  </a:txBody>
                  <a:tcPr marL="27911" marR="27911" marT="13955" marB="13955" anchor="ctr"/>
                </a:tc>
                <a:extLst>
                  <a:ext uri="{0D108BD9-81ED-4DB2-BD59-A6C34878D82A}">
                    <a16:rowId xmlns:a16="http://schemas.microsoft.com/office/drawing/2014/main" val="2783679783"/>
                  </a:ext>
                </a:extLst>
              </a:tr>
              <a:tr h="1045876">
                <a:tc>
                  <a:txBody>
                    <a:bodyPr/>
                    <a:lstStyle/>
                    <a:p>
                      <a:pPr>
                        <a:buNone/>
                      </a:pPr>
                      <a:r>
                        <a:rPr lang="en-GB" sz="1200">
                          <a:effectLst/>
                        </a:rPr>
                        <a:t>Support fairness, accessibility, and trust in the booking process</a:t>
                      </a:r>
                    </a:p>
                  </a:txBody>
                  <a:tcPr marL="27911" marR="27911" marT="13955" marB="13955" anchor="ctr"/>
                </a:tc>
                <a:tc>
                  <a:txBody>
                    <a:bodyPr/>
                    <a:lstStyle/>
                    <a:p>
                      <a:pPr>
                        <a:buNone/>
                      </a:pPr>
                      <a:r>
                        <a:rPr lang="en-GB" sz="1200">
                          <a:effectLst/>
                        </a:rPr>
                        <a:t>The system should support accessibility expectations and avoid disadvantaging users with additional needs; this aligns with UK accessibility and equality expectations in workplace systems.</a:t>
                      </a:r>
                    </a:p>
                  </a:txBody>
                  <a:tcPr marL="27911" marR="27911" marT="13955" marB="13955" anchor="ctr"/>
                </a:tc>
                <a:tc>
                  <a:txBody>
                    <a:bodyPr/>
                    <a:lstStyle/>
                    <a:p>
                      <a:pPr>
                        <a:buNone/>
                      </a:pPr>
                      <a:r>
                        <a:rPr lang="en-GB" sz="1200">
                          <a:effectLst/>
                        </a:rPr>
                        <a:t>A poor booking experience could reduce office attendance value and harm collaboration, which creates hidden productivity costs even if no new spend is required.</a:t>
                      </a:r>
                    </a:p>
                  </a:txBody>
                  <a:tcPr marL="27911" marR="27911" marT="13955" marB="13955" anchor="ctr"/>
                </a:tc>
                <a:tc>
                  <a:txBody>
                    <a:bodyPr/>
                    <a:lstStyle/>
                    <a:p>
                      <a:pPr>
                        <a:buNone/>
                      </a:pPr>
                      <a:r>
                        <a:rPr lang="en-GB" sz="1200">
                          <a:effectLst/>
                        </a:rPr>
                        <a:t>Frontend must follow the agreed accessibility conventions: labelled inputs, proper buttons, table headers, dialog behaviour, keyboard support, and announced validation errors.</a:t>
                      </a:r>
                    </a:p>
                  </a:txBody>
                  <a:tcPr marL="27911" marR="27911" marT="13955" marB="13955" anchor="ctr"/>
                </a:tc>
                <a:extLst>
                  <a:ext uri="{0D108BD9-81ED-4DB2-BD59-A6C34878D82A}">
                    <a16:rowId xmlns:a16="http://schemas.microsoft.com/office/drawing/2014/main" val="2319531603"/>
                  </a:ext>
                </a:extLst>
              </a:tr>
              <a:tr h="1045876">
                <a:tc>
                  <a:txBody>
                    <a:bodyPr/>
                    <a:lstStyle/>
                    <a:p>
                      <a:pPr>
                        <a:buNone/>
                      </a:pPr>
                      <a:r>
                        <a:rPr lang="en-GB" sz="1200">
                          <a:effectLst/>
                        </a:rPr>
                        <a:t>Deliver a secure, maintainable internal product that can be reviewed and extended</a:t>
                      </a:r>
                    </a:p>
                  </a:txBody>
                  <a:tcPr marL="27911" marR="27911" marT="13955" marB="13955" anchor="ctr"/>
                </a:tc>
                <a:tc>
                  <a:txBody>
                    <a:bodyPr/>
                    <a:lstStyle/>
                    <a:p>
                      <a:pPr>
                        <a:buNone/>
                      </a:pPr>
                      <a:r>
                        <a:rPr lang="en-GB" sz="1200">
                          <a:effectLst/>
                        </a:rPr>
                        <a:t>Authentication, personal data handling, and auditability need to be designed carefully to reduce security and compliance risk. Passwords must never be stored in plain text.</a:t>
                      </a:r>
                    </a:p>
                  </a:txBody>
                  <a:tcPr marL="27911" marR="27911" marT="13955" marB="13955" anchor="ctr"/>
                </a:tc>
                <a:tc>
                  <a:txBody>
                    <a:bodyPr/>
                    <a:lstStyle/>
                    <a:p>
                      <a:pPr>
                        <a:buNone/>
                      </a:pPr>
                      <a:r>
                        <a:rPr lang="en-GB" sz="1200">
                          <a:effectLst/>
                        </a:rPr>
                        <a:t>Budget and delivery capacity are limited, so the team should prioritise the desk booking MVP before expanding further.</a:t>
                      </a:r>
                    </a:p>
                  </a:txBody>
                  <a:tcPr marL="27911" marR="27911" marT="13955" marB="13955" anchor="ctr"/>
                </a:tc>
                <a:tc>
                  <a:txBody>
                    <a:bodyPr/>
                    <a:lstStyle/>
                    <a:p>
                      <a:pPr>
                        <a:buNone/>
                      </a:pPr>
                      <a:r>
                        <a:rPr lang="en-GB" sz="1200">
                          <a:effectLst/>
                        </a:rPr>
                        <a:t>The whole academy builds into the same two repositories, so changes must follow branch, commit, PR, testing, environment, logging, and pagination conventions already defined.</a:t>
                      </a:r>
                    </a:p>
                  </a:txBody>
                  <a:tcPr marL="27911" marR="27911" marT="13955" marB="13955" anchor="ctr"/>
                </a:tc>
                <a:extLst>
                  <a:ext uri="{0D108BD9-81ED-4DB2-BD59-A6C34878D82A}">
                    <a16:rowId xmlns:a16="http://schemas.microsoft.com/office/drawing/2014/main" val="783018814"/>
                  </a:ext>
                </a:extLst>
              </a:tr>
            </a:tbl>
          </a:graphicData>
        </a:graphic>
      </p:graphicFrame>
    </p:spTree>
    <p:custDataLst>
      <p:custData r:id="rId1"/>
      <p:custData r:id="rId2"/>
    </p:custDataLst>
    <p:extLst>
      <p:ext uri="{BB962C8B-B14F-4D97-AF65-F5344CB8AC3E}">
        <p14:creationId xmlns:p14="http://schemas.microsoft.com/office/powerpoint/2010/main" val="366916624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8A128A-89A5-5815-1E70-EEB0B8524902}"/>
              </a:ext>
            </a:extLst>
          </p:cNvPr>
          <p:cNvSpPr>
            <a:spLocks noGrp="1"/>
          </p:cNvSpPr>
          <p:nvPr>
            <p:ph type="title"/>
          </p:nvPr>
        </p:nvSpPr>
        <p:spPr/>
        <p:txBody>
          <a:bodyPr/>
          <a:lstStyle/>
          <a:p>
            <a:r>
              <a:rPr lang="en-GB">
                <a:cs typeface="Arial"/>
              </a:rPr>
              <a:t>Core User Stories</a:t>
            </a:r>
            <a:endParaRPr lang="en-GB"/>
          </a:p>
        </p:txBody>
      </p:sp>
      <p:sp>
        <p:nvSpPr>
          <p:cNvPr id="5" name="Content Placeholder 1">
            <a:extLst>
              <a:ext uri="{FF2B5EF4-FFF2-40B4-BE49-F238E27FC236}">
                <a16:creationId xmlns:a16="http://schemas.microsoft.com/office/drawing/2014/main" id="{C8198971-B15A-21B1-CE66-C70E5FCA959A}"/>
              </a:ext>
            </a:extLst>
          </p:cNvPr>
          <p:cNvSpPr txBox="1">
            <a:spLocks/>
          </p:cNvSpPr>
          <p:nvPr/>
        </p:nvSpPr>
        <p:spPr>
          <a:xfrm>
            <a:off x="6774445" y="1138460"/>
            <a:ext cx="3429479" cy="4777674"/>
          </a:xfrm>
          <a:prstGeom prst="rect">
            <a:avLst/>
          </a:prstGeom>
        </p:spPr>
        <p:txBody>
          <a:bodyPr vert="horz" lIns="0" tIns="0" rIns="0" bIns="0" rtlCol="0" anchor="t">
            <a:noAutofit/>
          </a:bodyPr>
          <a:lst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baseline="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r>
              <a:rPr lang="en-GB" sz="2000" u="sng">
                <a:cs typeface="Arial"/>
              </a:rPr>
              <a:t>Acceptance Criteria</a:t>
            </a:r>
            <a:endParaRPr lang="en-US">
              <a:cs typeface="Arial"/>
            </a:endParaRPr>
          </a:p>
          <a:p>
            <a:pPr marL="285750" indent="-285750">
              <a:buFont typeface="Arial"/>
              <a:buChar char="•"/>
            </a:pPr>
            <a:r>
              <a:rPr lang="en-GB">
                <a:ea typeface="+mn-lt"/>
                <a:cs typeface="+mn-lt"/>
              </a:rPr>
              <a:t>Given</a:t>
            </a:r>
            <a:r>
              <a:rPr lang="en-GB" b="0">
                <a:ea typeface="+mn-lt"/>
                <a:cs typeface="+mn-lt"/>
              </a:rPr>
              <a:t> I am signed in, </a:t>
            </a:r>
            <a:r>
              <a:rPr lang="en-GB">
                <a:ea typeface="+mn-lt"/>
                <a:cs typeface="+mn-lt"/>
              </a:rPr>
              <a:t>when</a:t>
            </a:r>
            <a:r>
              <a:rPr lang="en-GB" b="0">
                <a:ea typeface="+mn-lt"/>
                <a:cs typeface="+mn-lt"/>
              </a:rPr>
              <a:t> I select a valid date, </a:t>
            </a:r>
            <a:r>
              <a:rPr lang="en-GB">
                <a:ea typeface="+mn-lt"/>
                <a:cs typeface="+mn-lt"/>
              </a:rPr>
              <a:t>then</a:t>
            </a:r>
            <a:r>
              <a:rPr lang="en-GB" b="0">
                <a:ea typeface="+mn-lt"/>
                <a:cs typeface="+mn-lt"/>
              </a:rPr>
              <a:t> I see a list of desks for that date.</a:t>
            </a:r>
            <a:endParaRPr lang="en-GB">
              <a:ea typeface="+mn-lt"/>
              <a:cs typeface="+mn-lt"/>
            </a:endParaRPr>
          </a:p>
          <a:p>
            <a:pPr marL="285750" indent="-285750">
              <a:buFont typeface="Arial"/>
              <a:buChar char="•"/>
            </a:pPr>
            <a:r>
              <a:rPr lang="en-GB">
                <a:ea typeface="+mn-lt"/>
                <a:cs typeface="+mn-lt"/>
              </a:rPr>
              <a:t>Given</a:t>
            </a:r>
            <a:r>
              <a:rPr lang="en-GB" b="0">
                <a:ea typeface="+mn-lt"/>
                <a:cs typeface="+mn-lt"/>
              </a:rPr>
              <a:t> a desk has no active booking for the selected date, </a:t>
            </a:r>
            <a:r>
              <a:rPr lang="en-GB">
                <a:ea typeface="+mn-lt"/>
                <a:cs typeface="+mn-lt"/>
              </a:rPr>
              <a:t>when</a:t>
            </a:r>
            <a:r>
              <a:rPr lang="en-GB" b="0">
                <a:ea typeface="+mn-lt"/>
                <a:cs typeface="+mn-lt"/>
              </a:rPr>
              <a:t> the list is shown, </a:t>
            </a:r>
            <a:r>
              <a:rPr lang="en-GB">
                <a:ea typeface="+mn-lt"/>
                <a:cs typeface="+mn-lt"/>
              </a:rPr>
              <a:t>then</a:t>
            </a:r>
            <a:r>
              <a:rPr lang="en-GB" b="0">
                <a:ea typeface="+mn-lt"/>
                <a:cs typeface="+mn-lt"/>
              </a:rPr>
              <a:t> that desk is marked as available.</a:t>
            </a:r>
            <a:endParaRPr lang="en-GB">
              <a:ea typeface="+mn-lt"/>
              <a:cs typeface="+mn-lt"/>
            </a:endParaRPr>
          </a:p>
          <a:p>
            <a:pPr marL="285750" indent="-285750">
              <a:buFont typeface="Arial"/>
              <a:buChar char="•"/>
            </a:pPr>
            <a:r>
              <a:rPr lang="en-GB">
                <a:ea typeface="+mn-lt"/>
                <a:cs typeface="+mn-lt"/>
              </a:rPr>
              <a:t>Given</a:t>
            </a:r>
            <a:r>
              <a:rPr lang="en-GB" b="0">
                <a:ea typeface="+mn-lt"/>
                <a:cs typeface="+mn-lt"/>
              </a:rPr>
              <a:t> a desk already has an active booking for the selected date, </a:t>
            </a:r>
            <a:r>
              <a:rPr lang="en-GB">
                <a:ea typeface="+mn-lt"/>
                <a:cs typeface="+mn-lt"/>
              </a:rPr>
              <a:t>when</a:t>
            </a:r>
            <a:r>
              <a:rPr lang="en-GB" b="0">
                <a:ea typeface="+mn-lt"/>
                <a:cs typeface="+mn-lt"/>
              </a:rPr>
              <a:t> the list is shown, </a:t>
            </a:r>
            <a:r>
              <a:rPr lang="en-GB">
                <a:ea typeface="+mn-lt"/>
                <a:cs typeface="+mn-lt"/>
              </a:rPr>
              <a:t>then</a:t>
            </a:r>
            <a:r>
              <a:rPr lang="en-GB" b="0">
                <a:ea typeface="+mn-lt"/>
                <a:cs typeface="+mn-lt"/>
              </a:rPr>
              <a:t> that desk is marked as unavailable.</a:t>
            </a:r>
            <a:endParaRPr lang="en-GB">
              <a:ea typeface="+mn-lt"/>
              <a:cs typeface="+mn-lt"/>
            </a:endParaRPr>
          </a:p>
          <a:p>
            <a:pPr marL="285750" indent="-285750">
              <a:buFont typeface="Arial"/>
              <a:buChar char="•"/>
            </a:pPr>
            <a:r>
              <a:rPr lang="en-GB">
                <a:ea typeface="+mn-lt"/>
                <a:cs typeface="+mn-lt"/>
              </a:rPr>
              <a:t>Given</a:t>
            </a:r>
            <a:r>
              <a:rPr lang="en-GB" b="0">
                <a:ea typeface="+mn-lt"/>
                <a:cs typeface="+mn-lt"/>
              </a:rPr>
              <a:t> I change the selected date, </a:t>
            </a:r>
            <a:r>
              <a:rPr lang="en-GB">
                <a:ea typeface="+mn-lt"/>
                <a:cs typeface="+mn-lt"/>
              </a:rPr>
              <a:t>when</a:t>
            </a:r>
            <a:r>
              <a:rPr lang="en-GB" b="0">
                <a:ea typeface="+mn-lt"/>
                <a:cs typeface="+mn-lt"/>
              </a:rPr>
              <a:t> the list refreshes, </a:t>
            </a:r>
            <a:r>
              <a:rPr lang="en-GB">
                <a:ea typeface="+mn-lt"/>
                <a:cs typeface="+mn-lt"/>
              </a:rPr>
              <a:t>then</a:t>
            </a:r>
            <a:r>
              <a:rPr lang="en-GB" b="0">
                <a:ea typeface="+mn-lt"/>
                <a:cs typeface="+mn-lt"/>
              </a:rPr>
              <a:t> I see availability for the newly selected date.</a:t>
            </a:r>
            <a:endParaRPr lang="en-GB">
              <a:ea typeface="+mn-lt"/>
              <a:cs typeface="+mn-lt"/>
            </a:endParaRPr>
          </a:p>
          <a:p>
            <a:pPr marL="285750" indent="-285750">
              <a:buFont typeface="Arial"/>
              <a:buChar char="•"/>
            </a:pPr>
            <a:endParaRPr lang="en-GB" b="0">
              <a:ea typeface="+mn-lt"/>
              <a:cs typeface="+mn-lt"/>
            </a:endParaRPr>
          </a:p>
          <a:p>
            <a:endParaRPr lang="en-GB" b="0">
              <a:cs typeface="Arial"/>
            </a:endParaRPr>
          </a:p>
        </p:txBody>
      </p:sp>
      <p:sp>
        <p:nvSpPr>
          <p:cNvPr id="7" name="Content Placeholder 1">
            <a:extLst>
              <a:ext uri="{FF2B5EF4-FFF2-40B4-BE49-F238E27FC236}">
                <a16:creationId xmlns:a16="http://schemas.microsoft.com/office/drawing/2014/main" id="{2CA2F7AA-BA62-71DC-7676-BBF04C24CF11}"/>
              </a:ext>
            </a:extLst>
          </p:cNvPr>
          <p:cNvSpPr txBox="1">
            <a:spLocks/>
          </p:cNvSpPr>
          <p:nvPr/>
        </p:nvSpPr>
        <p:spPr>
          <a:xfrm>
            <a:off x="1658219" y="1509155"/>
            <a:ext cx="3429479" cy="4810505"/>
          </a:xfrm>
          <a:prstGeom prst="rect">
            <a:avLst/>
          </a:prstGeom>
        </p:spPr>
        <p:txBody>
          <a:bodyPr vert="horz" lIns="0" tIns="0" rIns="0" bIns="0" rtlCol="0" anchor="t">
            <a:noAutofit/>
          </a:bodyPr>
          <a:lst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baseline="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r>
              <a:rPr lang="en-GB" sz="2000" i="1" u="sng">
                <a:cs typeface="Arial"/>
              </a:rPr>
              <a:t>Scenario 1 </a:t>
            </a:r>
            <a:r>
              <a:rPr lang="en-GB" sz="2000" u="sng">
                <a:cs typeface="Arial"/>
              </a:rPr>
              <a:t>– View Available Desks</a:t>
            </a:r>
          </a:p>
          <a:p>
            <a:r>
              <a:rPr lang="en-GB" b="0">
                <a:ea typeface="+mn-lt"/>
                <a:cs typeface="+mn-lt"/>
              </a:rPr>
              <a:t>As an employee, I want to see which desks are available on a selected date so that I can decide whether to come into the office.</a:t>
            </a:r>
            <a:endParaRPr lang="en-GB" b="0">
              <a:cs typeface="Arial"/>
            </a:endParaRPr>
          </a:p>
          <a:p>
            <a:r>
              <a:rPr lang="en-GB" sz="2000" u="sng">
                <a:cs typeface="Arial"/>
              </a:rPr>
              <a:t>Edge Cases</a:t>
            </a:r>
            <a:endParaRPr lang="en-GB" b="0">
              <a:solidFill>
                <a:srgbClr val="000000"/>
              </a:solidFill>
              <a:cs typeface="Arial"/>
            </a:endParaRPr>
          </a:p>
          <a:p>
            <a:pPr marL="285750" indent="-285750">
              <a:buFont typeface="Arial,Sans-Serif"/>
              <a:buChar char="•"/>
            </a:pPr>
            <a:r>
              <a:rPr lang="en-GB" b="0">
                <a:solidFill>
                  <a:srgbClr val="00172D"/>
                </a:solidFill>
                <a:latin typeface="Arial"/>
                <a:cs typeface="Arial"/>
              </a:rPr>
              <a:t>All desks have been booked for the selected date. - Should display a message saying "No desks are available".</a:t>
            </a:r>
            <a:endParaRPr lang="en-GB"/>
          </a:p>
          <a:p>
            <a:pPr marL="285750" indent="-285750">
              <a:buFont typeface="Arial,Sans-Serif"/>
              <a:buChar char="•"/>
            </a:pPr>
            <a:r>
              <a:rPr lang="en-GB" b="0">
                <a:solidFill>
                  <a:srgbClr val="00172D"/>
                </a:solidFill>
                <a:cs typeface="Arial"/>
              </a:rPr>
              <a:t>The desk becomes unavailable while booking. - The booking should fail and availability should update.</a:t>
            </a:r>
            <a:endParaRPr lang="en-GB"/>
          </a:p>
          <a:p>
            <a:pPr marL="285750" indent="-285750">
              <a:buFont typeface="Arial,Sans-Serif"/>
              <a:buChar char="•"/>
            </a:pPr>
            <a:r>
              <a:rPr lang="en-GB" b="0">
                <a:cs typeface="Arial"/>
              </a:rPr>
              <a:t>The employee selects a date in the past. - The system should prevent the booking or display an appropriate message.</a:t>
            </a:r>
            <a:endParaRPr lang="en-GB"/>
          </a:p>
          <a:p>
            <a:endParaRPr lang="en-GB" b="0">
              <a:cs typeface="Arial"/>
            </a:endParaRPr>
          </a:p>
          <a:p>
            <a:endParaRPr lang="en-GB" sz="2000" u="sng">
              <a:cs typeface="Arial"/>
            </a:endParaRPr>
          </a:p>
          <a:p>
            <a:endParaRPr lang="en-GB" b="0">
              <a:cs typeface="Arial"/>
            </a:endParaRPr>
          </a:p>
        </p:txBody>
      </p:sp>
    </p:spTree>
    <p:extLst>
      <p:ext uri="{BB962C8B-B14F-4D97-AF65-F5344CB8AC3E}">
        <p14:creationId xmlns:p14="http://schemas.microsoft.com/office/powerpoint/2010/main" val="20911404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68AC-FABB-5A21-366C-1405EA8419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856098-C6AA-AFF4-A566-82BB30548101}"/>
              </a:ext>
            </a:extLst>
          </p:cNvPr>
          <p:cNvSpPr>
            <a:spLocks noGrp="1"/>
          </p:cNvSpPr>
          <p:nvPr>
            <p:ph idx="1"/>
          </p:nvPr>
        </p:nvSpPr>
        <p:spPr>
          <a:xfrm>
            <a:off x="987289" y="1645058"/>
            <a:ext cx="3669302" cy="4535487"/>
          </a:xfrm>
        </p:spPr>
        <p:txBody>
          <a:bodyPr vert="horz" lIns="0" tIns="0" rIns="0" bIns="0" rtlCol="0" anchor="t">
            <a:noAutofit/>
          </a:bodyPr>
          <a:lstStyle/>
          <a:p>
            <a:r>
              <a:rPr lang="en-GB" sz="2000" u="sng">
                <a:cs typeface="Arial"/>
              </a:rPr>
              <a:t>Scenario 2- Booking a desk</a:t>
            </a:r>
          </a:p>
          <a:p>
            <a:r>
              <a:rPr lang="en-GB"/>
              <a:t>As an employee, I want to book an available desk for a specific date so that I have a guaranteed place to work in the office.</a:t>
            </a:r>
            <a:endParaRPr lang="en-GB" b="0">
              <a:cs typeface="Arial"/>
            </a:endParaRPr>
          </a:p>
        </p:txBody>
      </p:sp>
      <p:sp>
        <p:nvSpPr>
          <p:cNvPr id="3" name="Title 2">
            <a:extLst>
              <a:ext uri="{FF2B5EF4-FFF2-40B4-BE49-F238E27FC236}">
                <a16:creationId xmlns:a16="http://schemas.microsoft.com/office/drawing/2014/main" id="{4C3DAEC5-CBA6-9828-00D4-0366CE4751FF}"/>
              </a:ext>
            </a:extLst>
          </p:cNvPr>
          <p:cNvSpPr>
            <a:spLocks noGrp="1"/>
          </p:cNvSpPr>
          <p:nvPr>
            <p:ph type="title"/>
          </p:nvPr>
        </p:nvSpPr>
        <p:spPr/>
        <p:txBody>
          <a:bodyPr/>
          <a:lstStyle/>
          <a:p>
            <a:r>
              <a:rPr lang="en-GB">
                <a:cs typeface="Arial"/>
              </a:rPr>
              <a:t>Core User Stories</a:t>
            </a:r>
            <a:endParaRPr lang="en-GB"/>
          </a:p>
        </p:txBody>
      </p:sp>
      <p:sp>
        <p:nvSpPr>
          <p:cNvPr id="6" name="Content Placeholder 1">
            <a:extLst>
              <a:ext uri="{FF2B5EF4-FFF2-40B4-BE49-F238E27FC236}">
                <a16:creationId xmlns:a16="http://schemas.microsoft.com/office/drawing/2014/main" id="{4B932012-A569-6B6E-F2D1-A1E492F3D297}"/>
              </a:ext>
            </a:extLst>
          </p:cNvPr>
          <p:cNvSpPr txBox="1">
            <a:spLocks/>
          </p:cNvSpPr>
          <p:nvPr/>
        </p:nvSpPr>
        <p:spPr>
          <a:xfrm>
            <a:off x="6426777" y="1305228"/>
            <a:ext cx="4781109" cy="4777674"/>
          </a:xfrm>
          <a:prstGeom prst="rect">
            <a:avLst/>
          </a:prstGeom>
        </p:spPr>
        <p:txBody>
          <a:bodyPr vert="horz" lIns="0" tIns="0" rIns="0" bIns="0" rtlCol="0" anchor="t">
            <a:noAutofit/>
          </a:bodyPr>
          <a:lst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baseline="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r>
              <a:rPr lang="en-GB" sz="2000" u="sng">
                <a:cs typeface="Arial"/>
              </a:rPr>
              <a:t>Acceptance Criteria</a:t>
            </a:r>
          </a:p>
          <a:p>
            <a:pPr marL="285750" indent="-285750">
              <a:buFont typeface="Arial"/>
              <a:buChar char="•"/>
            </a:pPr>
            <a:r>
              <a:rPr lang="en-GB">
                <a:ea typeface="+mn-lt"/>
                <a:cs typeface="+mn-lt"/>
              </a:rPr>
              <a:t>Given </a:t>
            </a:r>
            <a:r>
              <a:rPr lang="en-GB" b="0">
                <a:cs typeface="Arial"/>
              </a:rPr>
              <a:t>I am signed in and view desk availability for a date, </a:t>
            </a:r>
            <a:r>
              <a:rPr lang="en-GB">
                <a:cs typeface="Arial"/>
              </a:rPr>
              <a:t>when </a:t>
            </a:r>
            <a:r>
              <a:rPr lang="en-GB" b="0">
                <a:cs typeface="Arial"/>
              </a:rPr>
              <a:t>I choose an available desk and submit the booking, </a:t>
            </a:r>
            <a:r>
              <a:rPr lang="en-GB">
                <a:cs typeface="Arial"/>
              </a:rPr>
              <a:t>then </a:t>
            </a:r>
            <a:r>
              <a:rPr lang="en-GB" b="0">
                <a:cs typeface="Arial"/>
              </a:rPr>
              <a:t>a new booking is created for that desk and date </a:t>
            </a:r>
          </a:p>
          <a:p>
            <a:pPr marL="285750" indent="-285750">
              <a:buFont typeface="Arial"/>
              <a:buChar char="•"/>
            </a:pPr>
            <a:r>
              <a:rPr lang="en-GB">
                <a:cs typeface="Arial"/>
              </a:rPr>
              <a:t>Given </a:t>
            </a:r>
            <a:r>
              <a:rPr lang="en-GB" b="0">
                <a:cs typeface="Arial"/>
              </a:rPr>
              <a:t>my booking is created successfully, </a:t>
            </a:r>
            <a:r>
              <a:rPr lang="en-GB">
                <a:cs typeface="Arial"/>
              </a:rPr>
              <a:t>when </a:t>
            </a:r>
            <a:r>
              <a:rPr lang="en-GB" b="0">
                <a:cs typeface="Arial"/>
              </a:rPr>
              <a:t>the system responds, </a:t>
            </a:r>
            <a:r>
              <a:rPr lang="en-GB">
                <a:cs typeface="Arial"/>
              </a:rPr>
              <a:t>then </a:t>
            </a:r>
            <a:r>
              <a:rPr lang="en-GB" b="0">
                <a:cs typeface="Arial"/>
              </a:rPr>
              <a:t>I receive the confirmation that the booking has been made. </a:t>
            </a:r>
          </a:p>
          <a:p>
            <a:pPr marL="285750" indent="-285750">
              <a:buFont typeface="Arial"/>
              <a:buChar char="•"/>
            </a:pPr>
            <a:r>
              <a:rPr lang="en-GB">
                <a:cs typeface="Arial"/>
              </a:rPr>
              <a:t>Given </a:t>
            </a:r>
            <a:r>
              <a:rPr lang="en-GB" b="0">
                <a:cs typeface="Arial"/>
              </a:rPr>
              <a:t>I have successfully booked a desk, </a:t>
            </a:r>
            <a:r>
              <a:rPr lang="en-GB">
                <a:cs typeface="Arial"/>
              </a:rPr>
              <a:t>when </a:t>
            </a:r>
            <a:r>
              <a:rPr lang="en-GB" b="0">
                <a:cs typeface="Arial"/>
              </a:rPr>
              <a:t>I view my bookings, </a:t>
            </a:r>
            <a:r>
              <a:rPr lang="en-GB">
                <a:cs typeface="Arial"/>
              </a:rPr>
              <a:t>then </a:t>
            </a:r>
            <a:r>
              <a:rPr lang="en-GB" b="0">
                <a:cs typeface="Arial"/>
              </a:rPr>
              <a:t>the new booking appears in my list.</a:t>
            </a:r>
          </a:p>
          <a:p>
            <a:pPr marL="285750" indent="-285750">
              <a:buFont typeface="Arial"/>
              <a:buChar char="•"/>
            </a:pPr>
            <a:r>
              <a:rPr lang="en-GB">
                <a:cs typeface="Arial"/>
              </a:rPr>
              <a:t>Given </a:t>
            </a:r>
            <a:r>
              <a:rPr lang="en-GB" b="0">
                <a:cs typeface="Arial"/>
              </a:rPr>
              <a:t>I have successfully booked a desk, </a:t>
            </a:r>
            <a:r>
              <a:rPr lang="en-GB">
                <a:cs typeface="Arial"/>
              </a:rPr>
              <a:t>when </a:t>
            </a:r>
            <a:r>
              <a:rPr lang="en-GB" b="0">
                <a:cs typeface="Arial"/>
              </a:rPr>
              <a:t>another colleague views availability for that same date, </a:t>
            </a:r>
            <a:r>
              <a:rPr lang="en-GB">
                <a:cs typeface="Arial"/>
              </a:rPr>
              <a:t>then </a:t>
            </a:r>
            <a:r>
              <a:rPr lang="en-GB" b="0">
                <a:cs typeface="Arial"/>
              </a:rPr>
              <a:t>the desk is shown as unavailable. </a:t>
            </a:r>
          </a:p>
          <a:p>
            <a:endParaRPr lang="en-GB" b="0">
              <a:cs typeface="Arial"/>
            </a:endParaRPr>
          </a:p>
        </p:txBody>
      </p:sp>
      <p:sp>
        <p:nvSpPr>
          <p:cNvPr id="5" name="TextBox 4">
            <a:extLst>
              <a:ext uri="{FF2B5EF4-FFF2-40B4-BE49-F238E27FC236}">
                <a16:creationId xmlns:a16="http://schemas.microsoft.com/office/drawing/2014/main" id="{494221B5-AFE6-7549-8636-C4CB102B03D1}"/>
              </a:ext>
            </a:extLst>
          </p:cNvPr>
          <p:cNvSpPr txBox="1"/>
          <p:nvPr/>
        </p:nvSpPr>
        <p:spPr>
          <a:xfrm>
            <a:off x="810796" y="3319499"/>
            <a:ext cx="4000690" cy="2554545"/>
          </a:xfrm>
          <a:prstGeom prst="rect">
            <a:avLst/>
          </a:prstGeom>
          <a:noFill/>
        </p:spPr>
        <p:txBody>
          <a:bodyPr wrap="square">
            <a:spAutoFit/>
          </a:bodyPr>
          <a:lstStyle/>
          <a:p>
            <a:r>
              <a:rPr lang="en-GB" sz="2000" u="sng">
                <a:cs typeface="Arial"/>
              </a:rPr>
              <a:t>Edge Cases</a:t>
            </a:r>
            <a:endParaRPr lang="en-GB" sz="1400" b="0">
              <a:solidFill>
                <a:srgbClr val="000000"/>
              </a:solidFill>
              <a:cs typeface="Arial"/>
            </a:endParaRPr>
          </a:p>
          <a:p>
            <a:pPr marL="285750" indent="-285750">
              <a:buFont typeface="Arial,Sans-Serif"/>
              <a:buChar char="•"/>
            </a:pPr>
            <a:r>
              <a:rPr lang="en-GB" sz="1400" b="0">
                <a:solidFill>
                  <a:srgbClr val="00172D"/>
                </a:solidFill>
                <a:cs typeface="Arial"/>
              </a:rPr>
              <a:t>Employee tries to book a date in the past- the date is rejected</a:t>
            </a:r>
          </a:p>
          <a:p>
            <a:pPr marL="285750" indent="-285750">
              <a:buFont typeface="Arial,Sans-Serif"/>
              <a:buChar char="•"/>
            </a:pPr>
            <a:r>
              <a:rPr lang="en-GB" sz="1400">
                <a:solidFill>
                  <a:srgbClr val="00172D"/>
                </a:solidFill>
                <a:cs typeface="Arial"/>
              </a:rPr>
              <a:t>Employee tries to put date in the wrong format- there will be a date-time picker.</a:t>
            </a:r>
            <a:r>
              <a:rPr lang="en-GB" sz="1400"/>
              <a:t> </a:t>
            </a:r>
          </a:p>
          <a:p>
            <a:pPr marL="285750" indent="-285750">
              <a:buFont typeface="Arial,Sans-Serif"/>
              <a:buChar char="•"/>
            </a:pPr>
            <a:r>
              <a:rPr lang="en-GB" sz="1400"/>
              <a:t>The user sees a desk as available, but another user books it before they submit- the create request should fail cleanly rather than relying only on the UI state.</a:t>
            </a:r>
          </a:p>
          <a:p>
            <a:pPr marL="285750" indent="-285750">
              <a:buFont typeface="Arial,Sans-Serif"/>
              <a:buChar char="•"/>
            </a:pPr>
            <a:r>
              <a:rPr lang="en-GB" sz="1400" b="0">
                <a:solidFill>
                  <a:srgbClr val="00172D"/>
                </a:solidFill>
                <a:cs typeface="Arial"/>
              </a:rPr>
              <a:t>User tries </a:t>
            </a:r>
            <a:r>
              <a:rPr lang="en-GB" sz="1400">
                <a:solidFill>
                  <a:srgbClr val="00172D"/>
                </a:solidFill>
                <a:cs typeface="Arial"/>
              </a:rPr>
              <a:t>to book 2 desks on the same day- the create request should fail</a:t>
            </a:r>
            <a:endParaRPr lang="en-GB" sz="1400" b="0">
              <a:solidFill>
                <a:srgbClr val="00172D"/>
              </a:solidFill>
              <a:cs typeface="Arial"/>
            </a:endParaRPr>
          </a:p>
        </p:txBody>
      </p:sp>
    </p:spTree>
    <p:extLst>
      <p:ext uri="{BB962C8B-B14F-4D97-AF65-F5344CB8AC3E}">
        <p14:creationId xmlns:p14="http://schemas.microsoft.com/office/powerpoint/2010/main" val="1114000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A0B0F-1C1C-5A68-1E19-6139C67C58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C1C4DE-1166-45F2-33B0-76242E1EEFE3}"/>
              </a:ext>
            </a:extLst>
          </p:cNvPr>
          <p:cNvSpPr>
            <a:spLocks noGrp="1"/>
          </p:cNvSpPr>
          <p:nvPr>
            <p:ph idx="1"/>
          </p:nvPr>
        </p:nvSpPr>
        <p:spPr>
          <a:xfrm>
            <a:off x="1658219" y="1708557"/>
            <a:ext cx="3429479" cy="4810505"/>
          </a:xfrm>
        </p:spPr>
        <p:txBody>
          <a:bodyPr vert="horz" lIns="0" tIns="0" rIns="0" bIns="0" rtlCol="0" anchor="t">
            <a:noAutofit/>
          </a:bodyPr>
          <a:lstStyle/>
          <a:p>
            <a:r>
              <a:rPr lang="en-GB" sz="2000" i="1" u="sng">
                <a:cs typeface="Arial"/>
              </a:rPr>
              <a:t>Scenario 3</a:t>
            </a:r>
            <a:r>
              <a:rPr lang="en-GB" sz="2000" u="sng">
                <a:cs typeface="Arial"/>
              </a:rPr>
              <a:t> – Preventing Double-Booking</a:t>
            </a:r>
          </a:p>
          <a:p>
            <a:r>
              <a:rPr lang="en-GB" b="0">
                <a:cs typeface="Arial"/>
              </a:rPr>
              <a:t>As an employee, I want to be prevented from booking a desk that is already taken for the selected date, so that I can trust the booking system is accurate.</a:t>
            </a:r>
            <a:endParaRPr lang="en-GB"/>
          </a:p>
          <a:p>
            <a:r>
              <a:rPr lang="en-GB" sz="2000" u="sng">
                <a:cs typeface="Arial"/>
              </a:rPr>
              <a:t>Edge Cases</a:t>
            </a:r>
            <a:endParaRPr lang="en-GB" b="0">
              <a:solidFill>
                <a:srgbClr val="000000"/>
              </a:solidFill>
              <a:cs typeface="Arial"/>
            </a:endParaRPr>
          </a:p>
          <a:p>
            <a:pPr marL="285750" indent="-285750">
              <a:buFont typeface="Arial,Sans-Serif"/>
              <a:buChar char="•"/>
            </a:pPr>
            <a:r>
              <a:rPr lang="en-GB" b="0">
                <a:solidFill>
                  <a:srgbClr val="00172D"/>
                </a:solidFill>
                <a:latin typeface="Arial"/>
                <a:cs typeface="Arial"/>
              </a:rPr>
              <a:t>Two employees attempt to book a desk at exactly the same time. - Only one booking succeeds.</a:t>
            </a:r>
          </a:p>
          <a:p>
            <a:pPr marL="285750" indent="-285750">
              <a:buFont typeface="Arial,Sans-Serif"/>
              <a:buChar char="•"/>
            </a:pPr>
            <a:r>
              <a:rPr lang="en-GB" b="0">
                <a:solidFill>
                  <a:srgbClr val="00172D"/>
                </a:solidFill>
                <a:cs typeface="Arial"/>
              </a:rPr>
              <a:t>An employee changes their existing booking to a desk that has just been booked by someone else. - The update is rejected and the original booking remains the same</a:t>
            </a:r>
          </a:p>
          <a:p>
            <a:pPr marL="285750" indent="-285750">
              <a:buFont typeface="Arial,Sans-Serif"/>
              <a:buChar char="•"/>
            </a:pPr>
            <a:r>
              <a:rPr lang="en-GB" b="0">
                <a:cs typeface="Arial"/>
              </a:rPr>
              <a:t>An employee enters or selects a date incorrectly. - The date should be rejected.</a:t>
            </a:r>
          </a:p>
          <a:p>
            <a:endParaRPr lang="en-GB" b="0">
              <a:cs typeface="Arial"/>
            </a:endParaRPr>
          </a:p>
          <a:p>
            <a:endParaRPr lang="en-GB" sz="2000" u="sng">
              <a:cs typeface="Arial"/>
            </a:endParaRPr>
          </a:p>
          <a:p>
            <a:endParaRPr lang="en-GB" b="0">
              <a:cs typeface="Arial"/>
            </a:endParaRPr>
          </a:p>
        </p:txBody>
      </p:sp>
      <p:sp>
        <p:nvSpPr>
          <p:cNvPr id="3" name="Title 2">
            <a:extLst>
              <a:ext uri="{FF2B5EF4-FFF2-40B4-BE49-F238E27FC236}">
                <a16:creationId xmlns:a16="http://schemas.microsoft.com/office/drawing/2014/main" id="{6B473DE5-BC02-6B7C-AB2F-93F41E0D00B0}"/>
              </a:ext>
            </a:extLst>
          </p:cNvPr>
          <p:cNvSpPr>
            <a:spLocks noGrp="1"/>
          </p:cNvSpPr>
          <p:nvPr>
            <p:ph type="title"/>
          </p:nvPr>
        </p:nvSpPr>
        <p:spPr/>
        <p:txBody>
          <a:bodyPr/>
          <a:lstStyle/>
          <a:p>
            <a:r>
              <a:rPr lang="en-GB">
                <a:cs typeface="Arial"/>
              </a:rPr>
              <a:t>Core User Stories</a:t>
            </a:r>
            <a:endParaRPr lang="en-GB"/>
          </a:p>
        </p:txBody>
      </p:sp>
      <p:sp>
        <p:nvSpPr>
          <p:cNvPr id="5" name="Content Placeholder 1">
            <a:extLst>
              <a:ext uri="{FF2B5EF4-FFF2-40B4-BE49-F238E27FC236}">
                <a16:creationId xmlns:a16="http://schemas.microsoft.com/office/drawing/2014/main" id="{619B6EBF-8F06-1B6A-FD36-180E456DA894}"/>
              </a:ext>
            </a:extLst>
          </p:cNvPr>
          <p:cNvSpPr txBox="1">
            <a:spLocks/>
          </p:cNvSpPr>
          <p:nvPr/>
        </p:nvSpPr>
        <p:spPr>
          <a:xfrm>
            <a:off x="6774445" y="1138460"/>
            <a:ext cx="3429479" cy="4777674"/>
          </a:xfrm>
          <a:prstGeom prst="rect">
            <a:avLst/>
          </a:prstGeom>
        </p:spPr>
        <p:txBody>
          <a:bodyPr vert="horz" lIns="0" tIns="0" rIns="0" bIns="0" rtlCol="0" anchor="t">
            <a:noAutofit/>
          </a:bodyPr>
          <a:lst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baseline="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r>
              <a:rPr lang="en-GB" sz="2000" u="sng">
                <a:cs typeface="Arial"/>
              </a:rPr>
              <a:t>Acceptance Criteria</a:t>
            </a:r>
            <a:endParaRPr lang="en-US">
              <a:cs typeface="Arial"/>
            </a:endParaRPr>
          </a:p>
          <a:p>
            <a:pPr marL="285750" indent="-285750">
              <a:buFont typeface="Arial"/>
              <a:buChar char="•"/>
            </a:pPr>
            <a:r>
              <a:rPr lang="en-GB">
                <a:ea typeface="+mn-lt"/>
                <a:cs typeface="+mn-lt"/>
              </a:rPr>
              <a:t>Given</a:t>
            </a:r>
            <a:r>
              <a:rPr lang="en-GB" b="0">
                <a:ea typeface="+mn-lt"/>
                <a:cs typeface="+mn-lt"/>
              </a:rPr>
              <a:t> a desk already has an active booking for a selected date, </a:t>
            </a:r>
            <a:r>
              <a:rPr lang="en-GB">
                <a:ea typeface="+mn-lt"/>
                <a:cs typeface="+mn-lt"/>
              </a:rPr>
              <a:t>when</a:t>
            </a:r>
            <a:r>
              <a:rPr lang="en-GB" b="0">
                <a:ea typeface="+mn-lt"/>
                <a:cs typeface="+mn-lt"/>
              </a:rPr>
              <a:t> I try to book that same desk for that same date, </a:t>
            </a:r>
            <a:r>
              <a:rPr lang="en-GB">
                <a:ea typeface="+mn-lt"/>
                <a:cs typeface="+mn-lt"/>
              </a:rPr>
              <a:t>then</a:t>
            </a:r>
            <a:r>
              <a:rPr lang="en-GB" b="0">
                <a:ea typeface="+mn-lt"/>
                <a:cs typeface="+mn-lt"/>
              </a:rPr>
              <a:t> the booking is rejected.</a:t>
            </a:r>
            <a:endParaRPr lang="en-GB"/>
          </a:p>
          <a:p>
            <a:pPr marL="285750" indent="-285750">
              <a:buFont typeface="Arial"/>
              <a:buChar char="•"/>
            </a:pPr>
            <a:r>
              <a:rPr lang="en-GB">
                <a:ea typeface="+mn-lt"/>
                <a:cs typeface="+mn-lt"/>
              </a:rPr>
              <a:t>Given</a:t>
            </a:r>
            <a:r>
              <a:rPr lang="en-GB" b="0">
                <a:ea typeface="+mn-lt"/>
                <a:cs typeface="+mn-lt"/>
              </a:rPr>
              <a:t> the booking is rejected because the desk is already taken, </a:t>
            </a:r>
            <a:r>
              <a:rPr lang="en-GB">
                <a:ea typeface="+mn-lt"/>
                <a:cs typeface="+mn-lt"/>
              </a:rPr>
              <a:t>when</a:t>
            </a:r>
            <a:r>
              <a:rPr lang="en-GB" b="0">
                <a:ea typeface="+mn-lt"/>
                <a:cs typeface="+mn-lt"/>
              </a:rPr>
              <a:t> the system responds, </a:t>
            </a:r>
            <a:r>
              <a:rPr lang="en-GB">
                <a:ea typeface="+mn-lt"/>
                <a:cs typeface="+mn-lt"/>
              </a:rPr>
              <a:t>then</a:t>
            </a:r>
            <a:r>
              <a:rPr lang="en-GB" b="0">
                <a:ea typeface="+mn-lt"/>
                <a:cs typeface="+mn-lt"/>
              </a:rPr>
              <a:t> I see a clear error message explaining that the desk is unavailable.</a:t>
            </a:r>
            <a:endParaRPr lang="en-GB"/>
          </a:p>
          <a:p>
            <a:pPr marL="285750" indent="-285750">
              <a:buFont typeface="Arial"/>
              <a:buChar char="•"/>
            </a:pPr>
            <a:r>
              <a:rPr lang="en-GB">
                <a:ea typeface="+mn-lt"/>
                <a:cs typeface="+mn-lt"/>
              </a:rPr>
              <a:t>Given</a:t>
            </a:r>
            <a:r>
              <a:rPr lang="en-GB" b="0">
                <a:ea typeface="+mn-lt"/>
                <a:cs typeface="+mn-lt"/>
              </a:rPr>
              <a:t> a failed booking attempt for an already booked desk, </a:t>
            </a:r>
            <a:r>
              <a:rPr lang="en-GB">
                <a:ea typeface="+mn-lt"/>
                <a:cs typeface="+mn-lt"/>
              </a:rPr>
              <a:t>when</a:t>
            </a:r>
            <a:r>
              <a:rPr lang="en-GB" b="0">
                <a:ea typeface="+mn-lt"/>
                <a:cs typeface="+mn-lt"/>
              </a:rPr>
              <a:t> I return to the availability view, </a:t>
            </a:r>
            <a:r>
              <a:rPr lang="en-GB">
                <a:ea typeface="+mn-lt"/>
                <a:cs typeface="+mn-lt"/>
              </a:rPr>
              <a:t>then</a:t>
            </a:r>
            <a:r>
              <a:rPr lang="en-GB" b="0">
                <a:ea typeface="+mn-lt"/>
                <a:cs typeface="+mn-lt"/>
              </a:rPr>
              <a:t> the desk still appears as unavailable.</a:t>
            </a:r>
            <a:endParaRPr lang="en-GB"/>
          </a:p>
          <a:p>
            <a:pPr marL="285750" indent="-285750">
              <a:buFont typeface="Arial"/>
              <a:buChar char="•"/>
            </a:pPr>
            <a:r>
              <a:rPr lang="en-GB">
                <a:ea typeface="+mn-lt"/>
                <a:cs typeface="+mn-lt"/>
              </a:rPr>
              <a:t>Given</a:t>
            </a:r>
            <a:r>
              <a:rPr lang="en-GB" b="0">
                <a:ea typeface="+mn-lt"/>
                <a:cs typeface="+mn-lt"/>
              </a:rPr>
              <a:t> a desk is booked on one date, </a:t>
            </a:r>
            <a:r>
              <a:rPr lang="en-GB">
                <a:ea typeface="+mn-lt"/>
                <a:cs typeface="+mn-lt"/>
              </a:rPr>
              <a:t>when</a:t>
            </a:r>
            <a:r>
              <a:rPr lang="en-GB" b="0">
                <a:ea typeface="+mn-lt"/>
                <a:cs typeface="+mn-lt"/>
              </a:rPr>
              <a:t> I book that same desk on a different date, </a:t>
            </a:r>
            <a:r>
              <a:rPr lang="en-GB">
                <a:ea typeface="+mn-lt"/>
                <a:cs typeface="+mn-lt"/>
              </a:rPr>
              <a:t>then</a:t>
            </a:r>
            <a:r>
              <a:rPr lang="en-GB" b="0">
                <a:ea typeface="+mn-lt"/>
                <a:cs typeface="+mn-lt"/>
              </a:rPr>
              <a:t> the booking is allowed.</a:t>
            </a:r>
            <a:endParaRPr lang="en-GB">
              <a:ea typeface="+mn-lt"/>
              <a:cs typeface="+mn-lt"/>
            </a:endParaRPr>
          </a:p>
          <a:p>
            <a:endParaRPr lang="en-GB" b="0">
              <a:cs typeface="Arial"/>
            </a:endParaRPr>
          </a:p>
        </p:txBody>
      </p:sp>
    </p:spTree>
    <p:extLst>
      <p:ext uri="{BB962C8B-B14F-4D97-AF65-F5344CB8AC3E}">
        <p14:creationId xmlns:p14="http://schemas.microsoft.com/office/powerpoint/2010/main" val="1092825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38A1-CB09-9E40-6664-6C88B2FB6D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66F583-91B3-2DF4-9575-15E70D4AE5AF}"/>
              </a:ext>
            </a:extLst>
          </p:cNvPr>
          <p:cNvSpPr>
            <a:spLocks noGrp="1"/>
          </p:cNvSpPr>
          <p:nvPr>
            <p:ph idx="1"/>
          </p:nvPr>
        </p:nvSpPr>
        <p:spPr>
          <a:xfrm>
            <a:off x="1658219" y="1705287"/>
            <a:ext cx="3429479" cy="4934382"/>
          </a:xfrm>
        </p:spPr>
        <p:txBody>
          <a:bodyPr vert="horz" lIns="0" tIns="0" rIns="0" bIns="0" rtlCol="0" anchor="t">
            <a:noAutofit/>
          </a:bodyPr>
          <a:lstStyle/>
          <a:p>
            <a:r>
              <a:rPr lang="en-GB" sz="2000" i="1" u="sng">
                <a:cs typeface="Arial"/>
              </a:rPr>
              <a:t>Scenario 4 </a:t>
            </a:r>
            <a:r>
              <a:rPr lang="en-GB" sz="2000" u="sng">
                <a:cs typeface="Arial"/>
              </a:rPr>
              <a:t>– View My Bookings</a:t>
            </a:r>
          </a:p>
          <a:p>
            <a:r>
              <a:rPr lang="en-GB" b="0">
                <a:ea typeface="+mn-lt"/>
                <a:cs typeface="+mn-lt"/>
              </a:rPr>
              <a:t>As an employee, I want to see my current and upcoming desk bookings so that I can keep track of when I am expected in the office.</a:t>
            </a:r>
            <a:endParaRPr lang="en-GB">
              <a:ea typeface="+mn-lt"/>
              <a:cs typeface="+mn-lt"/>
            </a:endParaRPr>
          </a:p>
          <a:p>
            <a:r>
              <a:rPr lang="en-GB" sz="2000" u="sng">
                <a:cs typeface="Arial"/>
              </a:rPr>
              <a:t>Edge Cases</a:t>
            </a:r>
            <a:endParaRPr lang="en-GB" b="0">
              <a:solidFill>
                <a:srgbClr val="000000"/>
              </a:solidFill>
              <a:cs typeface="Arial"/>
            </a:endParaRPr>
          </a:p>
          <a:p>
            <a:pPr marL="285750" indent="-285750">
              <a:buFont typeface="Arial,Sans-Serif"/>
              <a:buChar char="•"/>
            </a:pPr>
            <a:r>
              <a:rPr lang="en-GB" b="0">
                <a:solidFill>
                  <a:srgbClr val="00172D"/>
                </a:solidFill>
                <a:latin typeface="Arial"/>
                <a:cs typeface="Arial"/>
              </a:rPr>
              <a:t>The employee has a booking is for  the current day. - It should still appear in upcoming bookings until the day is over.</a:t>
            </a:r>
            <a:endParaRPr lang="en-GB">
              <a:cs typeface="Arial"/>
            </a:endParaRPr>
          </a:p>
          <a:p>
            <a:pPr marL="285750" indent="-285750">
              <a:buFont typeface="Arial,Sans-Serif"/>
              <a:buChar char="•"/>
            </a:pPr>
            <a:r>
              <a:rPr lang="en-GB" b="0">
                <a:solidFill>
                  <a:srgbClr val="00172D"/>
                </a:solidFill>
                <a:cs typeface="Arial"/>
              </a:rPr>
              <a:t>A booked desk is removed from the system. - The employee should be notified.</a:t>
            </a:r>
            <a:endParaRPr lang="en-GB"/>
          </a:p>
          <a:p>
            <a:pPr marL="285750" indent="-285750">
              <a:buFont typeface="Arial,Sans-Serif"/>
              <a:buChar char="•"/>
            </a:pPr>
            <a:r>
              <a:rPr lang="en-GB" b="0">
                <a:cs typeface="Arial"/>
              </a:rPr>
              <a:t>The employee has bookings in the past but none in the future. - Past bookings should not appear and they should be informed that they have no upcoming bookings.</a:t>
            </a:r>
          </a:p>
          <a:p>
            <a:endParaRPr lang="en-GB" b="0">
              <a:cs typeface="Arial"/>
            </a:endParaRPr>
          </a:p>
          <a:p>
            <a:endParaRPr lang="en-GB" sz="2000" u="sng">
              <a:cs typeface="Arial"/>
            </a:endParaRPr>
          </a:p>
          <a:p>
            <a:endParaRPr lang="en-GB" b="0">
              <a:cs typeface="Arial"/>
            </a:endParaRPr>
          </a:p>
        </p:txBody>
      </p:sp>
      <p:sp>
        <p:nvSpPr>
          <p:cNvPr id="3" name="Title 2">
            <a:extLst>
              <a:ext uri="{FF2B5EF4-FFF2-40B4-BE49-F238E27FC236}">
                <a16:creationId xmlns:a16="http://schemas.microsoft.com/office/drawing/2014/main" id="{F899B940-2E05-02AE-3BB1-40FC8536F27F}"/>
              </a:ext>
            </a:extLst>
          </p:cNvPr>
          <p:cNvSpPr>
            <a:spLocks noGrp="1"/>
          </p:cNvSpPr>
          <p:nvPr>
            <p:ph type="title"/>
          </p:nvPr>
        </p:nvSpPr>
        <p:spPr/>
        <p:txBody>
          <a:bodyPr/>
          <a:lstStyle/>
          <a:p>
            <a:r>
              <a:rPr lang="en-GB">
                <a:cs typeface="Arial"/>
              </a:rPr>
              <a:t>Core User Stories</a:t>
            </a:r>
            <a:endParaRPr lang="en-GB"/>
          </a:p>
        </p:txBody>
      </p:sp>
      <p:sp>
        <p:nvSpPr>
          <p:cNvPr id="5" name="Content Placeholder 1">
            <a:extLst>
              <a:ext uri="{FF2B5EF4-FFF2-40B4-BE49-F238E27FC236}">
                <a16:creationId xmlns:a16="http://schemas.microsoft.com/office/drawing/2014/main" id="{F78F8425-119B-CCF8-14E9-7B83C28347F1}"/>
              </a:ext>
            </a:extLst>
          </p:cNvPr>
          <p:cNvSpPr txBox="1">
            <a:spLocks/>
          </p:cNvSpPr>
          <p:nvPr/>
        </p:nvSpPr>
        <p:spPr>
          <a:xfrm>
            <a:off x="6774445" y="1138460"/>
            <a:ext cx="3429479" cy="4777674"/>
          </a:xfrm>
          <a:prstGeom prst="rect">
            <a:avLst/>
          </a:prstGeom>
        </p:spPr>
        <p:txBody>
          <a:bodyPr vert="horz" lIns="0" tIns="0" rIns="0" bIns="0" rtlCol="0" anchor="t">
            <a:noAutofit/>
          </a:bodyPr>
          <a:lst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baseline="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r>
              <a:rPr lang="en-GB" sz="2000" u="sng">
                <a:cs typeface="Arial"/>
              </a:rPr>
              <a:t>Acceptance Criteria</a:t>
            </a:r>
            <a:endParaRPr lang="en-US">
              <a:cs typeface="Arial"/>
            </a:endParaRPr>
          </a:p>
          <a:p>
            <a:pPr marL="285750" indent="-285750">
              <a:buChar char="•"/>
            </a:pPr>
            <a:r>
              <a:rPr lang="en-GB">
                <a:ea typeface="+mn-lt"/>
                <a:cs typeface="+mn-lt"/>
              </a:rPr>
              <a:t>Given</a:t>
            </a:r>
            <a:r>
              <a:rPr lang="en-GB" b="0">
                <a:ea typeface="+mn-lt"/>
                <a:cs typeface="+mn-lt"/>
              </a:rPr>
              <a:t> I am signed in, </a:t>
            </a:r>
            <a:r>
              <a:rPr lang="en-GB">
                <a:ea typeface="+mn-lt"/>
                <a:cs typeface="+mn-lt"/>
              </a:rPr>
              <a:t>when</a:t>
            </a:r>
            <a:r>
              <a:rPr lang="en-GB" b="0">
                <a:ea typeface="+mn-lt"/>
                <a:cs typeface="+mn-lt"/>
              </a:rPr>
              <a:t> I open my bookings page, </a:t>
            </a:r>
            <a:r>
              <a:rPr lang="en-GB">
                <a:ea typeface="+mn-lt"/>
                <a:cs typeface="+mn-lt"/>
              </a:rPr>
              <a:t>then</a:t>
            </a:r>
            <a:r>
              <a:rPr lang="en-GB" b="0">
                <a:ea typeface="+mn-lt"/>
                <a:cs typeface="+mn-lt"/>
              </a:rPr>
              <a:t> I see a list of my bookings only.</a:t>
            </a:r>
            <a:endParaRPr lang="en-GB">
              <a:ea typeface="+mn-lt"/>
              <a:cs typeface="+mn-lt"/>
            </a:endParaRPr>
          </a:p>
          <a:p>
            <a:pPr marL="285750" indent="-285750">
              <a:buFont typeface="Arial"/>
              <a:buChar char="•"/>
            </a:pPr>
            <a:r>
              <a:rPr lang="en-GB">
                <a:ea typeface="+mn-lt"/>
                <a:cs typeface="+mn-lt"/>
              </a:rPr>
              <a:t>Given</a:t>
            </a:r>
            <a:r>
              <a:rPr lang="en-GB" b="0">
                <a:ea typeface="+mn-lt"/>
                <a:cs typeface="+mn-lt"/>
              </a:rPr>
              <a:t> I have active bookings, </a:t>
            </a:r>
            <a:r>
              <a:rPr lang="en-GB">
                <a:ea typeface="+mn-lt"/>
                <a:cs typeface="+mn-lt"/>
              </a:rPr>
              <a:t>when</a:t>
            </a:r>
            <a:r>
              <a:rPr lang="en-GB" b="0">
                <a:ea typeface="+mn-lt"/>
                <a:cs typeface="+mn-lt"/>
              </a:rPr>
              <a:t> the list is displayed, </a:t>
            </a:r>
            <a:r>
              <a:rPr lang="en-GB">
                <a:ea typeface="+mn-lt"/>
                <a:cs typeface="+mn-lt"/>
              </a:rPr>
              <a:t>then</a:t>
            </a:r>
            <a:r>
              <a:rPr lang="en-GB" b="0">
                <a:ea typeface="+mn-lt"/>
                <a:cs typeface="+mn-lt"/>
              </a:rPr>
              <a:t> each booking shows the desk, floor, date, and active status.</a:t>
            </a:r>
            <a:endParaRPr lang="en-GB">
              <a:ea typeface="+mn-lt"/>
              <a:cs typeface="+mn-lt"/>
            </a:endParaRPr>
          </a:p>
          <a:p>
            <a:pPr marL="285750" indent="-285750">
              <a:buFont typeface="Arial"/>
              <a:buChar char="•"/>
            </a:pPr>
            <a:r>
              <a:rPr lang="en-GB">
                <a:ea typeface="+mn-lt"/>
                <a:cs typeface="+mn-lt"/>
              </a:rPr>
              <a:t>Given</a:t>
            </a:r>
            <a:r>
              <a:rPr lang="en-GB" b="0">
                <a:ea typeface="+mn-lt"/>
                <a:cs typeface="+mn-lt"/>
              </a:rPr>
              <a:t> I have no bookings, </a:t>
            </a:r>
            <a:r>
              <a:rPr lang="en-GB">
                <a:ea typeface="+mn-lt"/>
                <a:cs typeface="+mn-lt"/>
              </a:rPr>
              <a:t>when</a:t>
            </a:r>
            <a:r>
              <a:rPr lang="en-GB" b="0">
                <a:ea typeface="+mn-lt"/>
                <a:cs typeface="+mn-lt"/>
              </a:rPr>
              <a:t> I open my bookings page, </a:t>
            </a:r>
            <a:r>
              <a:rPr lang="en-GB">
                <a:ea typeface="+mn-lt"/>
                <a:cs typeface="+mn-lt"/>
              </a:rPr>
              <a:t>then</a:t>
            </a:r>
            <a:r>
              <a:rPr lang="en-GB" b="0">
                <a:ea typeface="+mn-lt"/>
                <a:cs typeface="+mn-lt"/>
              </a:rPr>
              <a:t> I see an empty state message instead of a blank page or error.</a:t>
            </a:r>
            <a:endParaRPr lang="en-GB">
              <a:ea typeface="+mn-lt"/>
              <a:cs typeface="+mn-lt"/>
            </a:endParaRPr>
          </a:p>
          <a:p>
            <a:pPr marL="285750" indent="-285750">
              <a:buFont typeface="Arial"/>
              <a:buChar char="•"/>
            </a:pPr>
            <a:r>
              <a:rPr lang="en-GB">
                <a:ea typeface="+mn-lt"/>
                <a:cs typeface="+mn-lt"/>
              </a:rPr>
              <a:t>Given</a:t>
            </a:r>
            <a:r>
              <a:rPr lang="en-GB" b="0">
                <a:ea typeface="+mn-lt"/>
                <a:cs typeface="+mn-lt"/>
              </a:rPr>
              <a:t> I have cancelled a booking, </a:t>
            </a:r>
            <a:r>
              <a:rPr lang="en-GB">
                <a:ea typeface="+mn-lt"/>
                <a:cs typeface="+mn-lt"/>
              </a:rPr>
              <a:t>when</a:t>
            </a:r>
            <a:r>
              <a:rPr lang="en-GB" b="0">
                <a:ea typeface="+mn-lt"/>
                <a:cs typeface="+mn-lt"/>
              </a:rPr>
              <a:t> I view my bookings, </a:t>
            </a:r>
            <a:r>
              <a:rPr lang="en-GB">
                <a:ea typeface="+mn-lt"/>
                <a:cs typeface="+mn-lt"/>
              </a:rPr>
              <a:t>then</a:t>
            </a:r>
            <a:r>
              <a:rPr lang="en-GB" b="0">
                <a:ea typeface="+mn-lt"/>
                <a:cs typeface="+mn-lt"/>
              </a:rPr>
              <a:t> that booking is not shown as active.</a:t>
            </a:r>
            <a:endParaRPr lang="en-GB">
              <a:ea typeface="+mn-lt"/>
              <a:cs typeface="+mn-lt"/>
            </a:endParaRPr>
          </a:p>
          <a:p>
            <a:pPr marL="285750" indent="-285750">
              <a:buFont typeface="Arial"/>
              <a:buChar char="•"/>
            </a:pPr>
            <a:endParaRPr lang="en-GB" b="0">
              <a:ea typeface="+mn-lt"/>
              <a:cs typeface="+mn-lt"/>
            </a:endParaRPr>
          </a:p>
          <a:p>
            <a:endParaRPr lang="en-GB" b="0">
              <a:cs typeface="Arial"/>
            </a:endParaRPr>
          </a:p>
        </p:txBody>
      </p:sp>
    </p:spTree>
    <p:extLst>
      <p:ext uri="{BB962C8B-B14F-4D97-AF65-F5344CB8AC3E}">
        <p14:creationId xmlns:p14="http://schemas.microsoft.com/office/powerpoint/2010/main" val="903376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BFDF-6047-2021-FC74-35403F2981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D0A9EA-EA4B-2B6D-442F-C7A81F603AD6}"/>
              </a:ext>
            </a:extLst>
          </p:cNvPr>
          <p:cNvSpPr>
            <a:spLocks noGrp="1"/>
          </p:cNvSpPr>
          <p:nvPr>
            <p:ph idx="1"/>
          </p:nvPr>
        </p:nvSpPr>
        <p:spPr>
          <a:xfrm>
            <a:off x="1658219" y="1705287"/>
            <a:ext cx="3429479" cy="4934382"/>
          </a:xfrm>
        </p:spPr>
        <p:txBody>
          <a:bodyPr vert="horz" lIns="0" tIns="0" rIns="0" bIns="0" rtlCol="0" anchor="t">
            <a:noAutofit/>
          </a:bodyPr>
          <a:lstStyle/>
          <a:p>
            <a:r>
              <a:rPr lang="en-GB" sz="2000" i="1" u="sng">
                <a:cs typeface="Arial"/>
              </a:rPr>
              <a:t>Scenario 5 </a:t>
            </a:r>
            <a:r>
              <a:rPr lang="en-GB" sz="2000" u="sng">
                <a:cs typeface="Arial"/>
              </a:rPr>
              <a:t>– Cancel a Booking</a:t>
            </a:r>
          </a:p>
          <a:p>
            <a:r>
              <a:rPr lang="en-GB" b="0">
                <a:ea typeface="+mn-lt"/>
                <a:cs typeface="+mn-lt"/>
              </a:rPr>
              <a:t>As an employee, I want to cancel a desk booking I no longer need so that the desk becomes available for someone else.</a:t>
            </a:r>
            <a:endParaRPr lang="en-GB">
              <a:ea typeface="+mn-lt"/>
              <a:cs typeface="+mn-lt"/>
            </a:endParaRPr>
          </a:p>
          <a:p>
            <a:r>
              <a:rPr lang="en-GB" sz="2000" u="sng">
                <a:cs typeface="Arial"/>
              </a:rPr>
              <a:t>Edge Cases</a:t>
            </a:r>
            <a:endParaRPr lang="en-GB" b="0">
              <a:solidFill>
                <a:srgbClr val="000000"/>
              </a:solidFill>
              <a:cs typeface="Arial"/>
            </a:endParaRPr>
          </a:p>
          <a:p>
            <a:pPr marL="285750" indent="-285750">
              <a:buFont typeface="Arial,Sans-Serif"/>
              <a:buChar char="•"/>
            </a:pPr>
            <a:r>
              <a:rPr lang="en-GB" b="0">
                <a:solidFill>
                  <a:srgbClr val="00172D"/>
                </a:solidFill>
                <a:latin typeface="Arial"/>
                <a:cs typeface="Arial"/>
              </a:rPr>
              <a:t>The booking does not exist. - The system should display an error message and make no changes.</a:t>
            </a:r>
            <a:endParaRPr lang="en-GB" b="0">
              <a:cs typeface="Arial"/>
            </a:endParaRPr>
          </a:p>
          <a:p>
            <a:pPr marL="285750" indent="-285750">
              <a:buFont typeface="Arial,Sans-Serif"/>
              <a:buChar char="•"/>
            </a:pPr>
            <a:r>
              <a:rPr lang="en-GB" b="0">
                <a:cs typeface="Arial"/>
              </a:rPr>
              <a:t>The booking is in the past. - The cancellation should be prevented.</a:t>
            </a:r>
          </a:p>
          <a:p>
            <a:pPr marL="285750" indent="-285750">
              <a:buFont typeface="Arial,Sans-Serif"/>
              <a:buChar char="•"/>
            </a:pPr>
            <a:r>
              <a:rPr lang="en-GB" b="0">
                <a:cs typeface="Arial"/>
              </a:rPr>
              <a:t>An employee tries to cancel someone else's booking. - The cancellation should be prevented and access denied.</a:t>
            </a:r>
            <a:endParaRPr lang="en-GB"/>
          </a:p>
          <a:p>
            <a:endParaRPr lang="en-GB" b="0">
              <a:cs typeface="Arial"/>
            </a:endParaRPr>
          </a:p>
          <a:p>
            <a:endParaRPr lang="en-GB" sz="2000" u="sng">
              <a:cs typeface="Arial"/>
            </a:endParaRPr>
          </a:p>
          <a:p>
            <a:endParaRPr lang="en-GB" b="0">
              <a:cs typeface="Arial"/>
            </a:endParaRPr>
          </a:p>
        </p:txBody>
      </p:sp>
      <p:sp>
        <p:nvSpPr>
          <p:cNvPr id="3" name="Title 2">
            <a:extLst>
              <a:ext uri="{FF2B5EF4-FFF2-40B4-BE49-F238E27FC236}">
                <a16:creationId xmlns:a16="http://schemas.microsoft.com/office/drawing/2014/main" id="{91EC582F-48D7-43E4-1EB6-49B173C71801}"/>
              </a:ext>
            </a:extLst>
          </p:cNvPr>
          <p:cNvSpPr>
            <a:spLocks noGrp="1"/>
          </p:cNvSpPr>
          <p:nvPr>
            <p:ph type="title"/>
          </p:nvPr>
        </p:nvSpPr>
        <p:spPr/>
        <p:txBody>
          <a:bodyPr/>
          <a:lstStyle/>
          <a:p>
            <a:r>
              <a:rPr lang="en-GB">
                <a:cs typeface="Arial"/>
              </a:rPr>
              <a:t>Core User Stories</a:t>
            </a:r>
            <a:endParaRPr lang="en-GB"/>
          </a:p>
        </p:txBody>
      </p:sp>
      <p:sp>
        <p:nvSpPr>
          <p:cNvPr id="5" name="Content Placeholder 1">
            <a:extLst>
              <a:ext uri="{FF2B5EF4-FFF2-40B4-BE49-F238E27FC236}">
                <a16:creationId xmlns:a16="http://schemas.microsoft.com/office/drawing/2014/main" id="{2D5CCAF3-2C2D-2291-2692-35463E9FF64E}"/>
              </a:ext>
            </a:extLst>
          </p:cNvPr>
          <p:cNvSpPr txBox="1">
            <a:spLocks/>
          </p:cNvSpPr>
          <p:nvPr/>
        </p:nvSpPr>
        <p:spPr>
          <a:xfrm>
            <a:off x="6774445" y="1138460"/>
            <a:ext cx="3429479" cy="4777674"/>
          </a:xfrm>
          <a:prstGeom prst="rect">
            <a:avLst/>
          </a:prstGeom>
        </p:spPr>
        <p:txBody>
          <a:bodyPr vert="horz" lIns="0" tIns="0" rIns="0" bIns="0" rtlCol="0" anchor="t">
            <a:noAutofit/>
          </a:bodyPr>
          <a:lstStyle>
            <a:lvl1pPr marL="0" indent="0" algn="l" defTabSz="203892" rtl="0" eaLnBrk="1" latinLnBrk="0" hangingPunct="1">
              <a:lnSpc>
                <a:spcPct val="100000"/>
              </a:lnSpc>
              <a:spcBef>
                <a:spcPts val="0"/>
              </a:spcBef>
              <a:spcAft>
                <a:spcPts val="1200"/>
              </a:spcAft>
              <a:buClrTx/>
              <a:buFont typeface="Arial" panose="020B0604020202020204" pitchFamily="34" charset="0"/>
              <a:buNone/>
              <a:defRPr sz="1400" b="1" kern="1200" cap="none" baseline="0">
                <a:solidFill>
                  <a:schemeClr val="accent1"/>
                </a:solidFill>
                <a:latin typeface="+mn-lt"/>
                <a:ea typeface="+mn-ea"/>
                <a:cs typeface="+mn-cs"/>
              </a:defRPr>
            </a:lvl1pPr>
            <a:lvl2pPr marL="0" indent="0" algn="l" defTabSz="203892" rtl="0" eaLnBrk="1" latinLnBrk="0" hangingPunct="1">
              <a:lnSpc>
                <a:spcPct val="100000"/>
              </a:lnSpc>
              <a:spcBef>
                <a:spcPts val="0"/>
              </a:spcBef>
              <a:spcAft>
                <a:spcPts val="600"/>
              </a:spcAft>
              <a:buClrTx/>
              <a:buFont typeface="Arial" panose="020B0604020202020204" pitchFamily="34" charset="0"/>
              <a:buNone/>
              <a:defRPr sz="1200" b="1" kern="1200" cap="none" baseline="0">
                <a:solidFill>
                  <a:schemeClr val="accent1"/>
                </a:solidFill>
                <a:latin typeface="+mn-lt"/>
                <a:ea typeface="+mn-ea"/>
                <a:cs typeface="+mn-cs"/>
              </a:defRPr>
            </a:lvl2pPr>
            <a:lvl3pPr marL="0" indent="0" algn="l" defTabSz="203892" rtl="0" eaLnBrk="1" latinLnBrk="0" hangingPunct="1">
              <a:lnSpc>
                <a:spcPct val="100000"/>
              </a:lnSpc>
              <a:spcBef>
                <a:spcPts val="0"/>
              </a:spcBef>
              <a:spcAft>
                <a:spcPts val="600"/>
              </a:spcAft>
              <a:buFont typeface="Arial" panose="020B0604020202020204" pitchFamily="34" charset="0"/>
              <a:buNone/>
              <a:defRPr sz="1100" kern="1200">
                <a:solidFill>
                  <a:schemeClr val="accent3"/>
                </a:solidFill>
                <a:latin typeface="+mn-lt"/>
                <a:ea typeface="+mn-ea"/>
                <a:cs typeface="+mn-cs"/>
              </a:defRPr>
            </a:lvl3pPr>
            <a:lvl4pPr marL="180000" indent="-180000" algn="l" defTabSz="203892" rtl="0" eaLnBrk="1" latinLnBrk="0" hangingPunct="1">
              <a:lnSpc>
                <a:spcPct val="100000"/>
              </a:lnSpc>
              <a:spcBef>
                <a:spcPts val="0"/>
              </a:spcBef>
              <a:spcAft>
                <a:spcPts val="600"/>
              </a:spcAft>
              <a:buClr>
                <a:srgbClr val="F62B44"/>
              </a:buClr>
              <a:buFont typeface="Arial" panose="020B0604020202020204" pitchFamily="34" charset="0"/>
              <a:buChar char="•"/>
              <a:defRPr sz="1100" kern="1200">
                <a:solidFill>
                  <a:schemeClr val="accent3"/>
                </a:solidFill>
                <a:latin typeface="+mn-lt"/>
                <a:ea typeface="+mn-ea"/>
                <a:cs typeface="+mn-cs"/>
              </a:defRPr>
            </a:lvl4pPr>
            <a:lvl5pPr marL="36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a:solidFill>
                  <a:schemeClr val="accent3"/>
                </a:solidFill>
                <a:latin typeface="+mn-lt"/>
                <a:ea typeface="+mn-ea"/>
                <a:cs typeface="+mn-cs"/>
              </a:defRPr>
            </a:lvl5pPr>
            <a:lvl6pPr marL="540000" indent="-180000" algn="l" defTabSz="203892" rtl="0" eaLnBrk="1" latinLnBrk="0" hangingPunct="1">
              <a:lnSpc>
                <a:spcPct val="100000"/>
              </a:lnSpc>
              <a:spcBef>
                <a:spcPts val="0"/>
              </a:spcBef>
              <a:spcAft>
                <a:spcPts val="600"/>
              </a:spcAft>
              <a:buClr>
                <a:srgbClr val="F62B44"/>
              </a:buClr>
              <a:buSzPct val="100000"/>
              <a:buFont typeface="Arial" panose="020B0604020202020204" pitchFamily="34" charset="0"/>
              <a:buChar char="•"/>
              <a:defRPr sz="1100" kern="1200" baseline="0">
                <a:solidFill>
                  <a:schemeClr val="accent3"/>
                </a:solidFill>
                <a:latin typeface="+mn-lt"/>
                <a:ea typeface="+mn-ea"/>
                <a:cs typeface="+mn-cs"/>
              </a:defRPr>
            </a:lvl6pPr>
            <a:lvl7pPr marL="225425" indent="-225425" algn="l" defTabSz="203892" rtl="0" eaLnBrk="1" latinLnBrk="0" hangingPunct="1">
              <a:lnSpc>
                <a:spcPct val="100000"/>
              </a:lnSpc>
              <a:spcBef>
                <a:spcPts val="0"/>
              </a:spcBef>
              <a:spcAft>
                <a:spcPts val="600"/>
              </a:spcAft>
              <a:buClr>
                <a:srgbClr val="F62B44"/>
              </a:buClr>
              <a:buFont typeface="+mj-lt"/>
              <a:buAutoNum type="arabicPeriod"/>
              <a:defRPr sz="1100" kern="1200">
                <a:solidFill>
                  <a:schemeClr val="accent3"/>
                </a:solidFill>
                <a:latin typeface="+mn-lt"/>
                <a:ea typeface="+mn-ea"/>
                <a:cs typeface="+mn-cs"/>
              </a:defRPr>
            </a:lvl7pPr>
            <a:lvl8pPr marL="449263" indent="-215900" algn="l" defTabSz="203892" rtl="0" eaLnBrk="1" latinLnBrk="0" hangingPunct="1">
              <a:lnSpc>
                <a:spcPct val="100000"/>
              </a:lnSpc>
              <a:spcBef>
                <a:spcPts val="0"/>
              </a:spcBef>
              <a:spcAft>
                <a:spcPts val="600"/>
              </a:spcAft>
              <a:buClr>
                <a:srgbClr val="F62B44"/>
              </a:buClr>
              <a:buFont typeface="+mj-lt"/>
              <a:buAutoNum type="alphaLcParenR"/>
              <a:defRPr sz="1100" kern="1200">
                <a:solidFill>
                  <a:schemeClr val="accent3"/>
                </a:solidFill>
                <a:latin typeface="+mn-lt"/>
                <a:ea typeface="+mn-ea"/>
                <a:cs typeface="+mn-cs"/>
              </a:defRPr>
            </a:lvl8pPr>
            <a:lvl9pPr marL="630238" indent="-180975" algn="l" defTabSz="203892" rtl="0" eaLnBrk="1" latinLnBrk="0" hangingPunct="1">
              <a:lnSpc>
                <a:spcPct val="100000"/>
              </a:lnSpc>
              <a:spcBef>
                <a:spcPts val="0"/>
              </a:spcBef>
              <a:spcAft>
                <a:spcPts val="600"/>
              </a:spcAft>
              <a:buClr>
                <a:srgbClr val="F62B44"/>
              </a:buClr>
              <a:buSzPct val="100000"/>
              <a:buFont typeface="+mj-lt"/>
              <a:buAutoNum type="romanLcPeriod"/>
              <a:defRPr sz="1100" kern="1200">
                <a:solidFill>
                  <a:schemeClr val="accent3"/>
                </a:solidFill>
                <a:latin typeface="+mn-lt"/>
                <a:ea typeface="+mn-ea"/>
                <a:cs typeface="+mn-cs"/>
              </a:defRPr>
            </a:lvl9pPr>
          </a:lstStyle>
          <a:p>
            <a:r>
              <a:rPr lang="en-GB" sz="2000" u="sng">
                <a:cs typeface="Arial"/>
              </a:rPr>
              <a:t>Acceptance Criteria</a:t>
            </a:r>
            <a:endParaRPr lang="en-US">
              <a:cs typeface="Arial"/>
            </a:endParaRPr>
          </a:p>
          <a:p>
            <a:pPr marL="285750" indent="-285750">
              <a:buChar char="•"/>
            </a:pPr>
            <a:r>
              <a:rPr lang="en-GB">
                <a:ea typeface="+mn-lt"/>
                <a:cs typeface="+mn-lt"/>
              </a:rPr>
              <a:t>Given</a:t>
            </a:r>
            <a:r>
              <a:rPr lang="en-GB" b="0">
                <a:ea typeface="+mn-lt"/>
                <a:cs typeface="+mn-lt"/>
              </a:rPr>
              <a:t> I am signed in and have an active booking, </a:t>
            </a:r>
            <a:r>
              <a:rPr lang="en-GB">
                <a:ea typeface="+mn-lt"/>
                <a:cs typeface="+mn-lt"/>
              </a:rPr>
              <a:t>when</a:t>
            </a:r>
            <a:r>
              <a:rPr lang="en-GB" b="0">
                <a:ea typeface="+mn-lt"/>
                <a:cs typeface="+mn-lt"/>
              </a:rPr>
              <a:t> I choose to cancel that booking, </a:t>
            </a:r>
            <a:r>
              <a:rPr lang="en-GB">
                <a:ea typeface="+mn-lt"/>
                <a:cs typeface="+mn-lt"/>
              </a:rPr>
              <a:t>then</a:t>
            </a:r>
            <a:r>
              <a:rPr lang="en-GB" b="0">
                <a:ea typeface="+mn-lt"/>
                <a:cs typeface="+mn-lt"/>
              </a:rPr>
              <a:t> the booking is marked as inactive.</a:t>
            </a:r>
            <a:endParaRPr lang="en-GB">
              <a:ea typeface="+mn-lt"/>
              <a:cs typeface="+mn-lt"/>
            </a:endParaRPr>
          </a:p>
          <a:p>
            <a:pPr marL="285750" indent="-285750">
              <a:buChar char="•"/>
            </a:pPr>
            <a:r>
              <a:rPr lang="en-GB">
                <a:ea typeface="+mn-lt"/>
                <a:cs typeface="+mn-lt"/>
              </a:rPr>
              <a:t>Given</a:t>
            </a:r>
            <a:r>
              <a:rPr lang="en-GB" b="0">
                <a:ea typeface="+mn-lt"/>
                <a:cs typeface="+mn-lt"/>
              </a:rPr>
              <a:t> my booking has been cancelled, </a:t>
            </a:r>
            <a:r>
              <a:rPr lang="en-GB">
                <a:ea typeface="+mn-lt"/>
                <a:cs typeface="+mn-lt"/>
              </a:rPr>
              <a:t>when</a:t>
            </a:r>
            <a:r>
              <a:rPr lang="en-GB" b="0">
                <a:ea typeface="+mn-lt"/>
                <a:cs typeface="+mn-lt"/>
              </a:rPr>
              <a:t> the system responds, </a:t>
            </a:r>
            <a:r>
              <a:rPr lang="en-GB">
                <a:ea typeface="+mn-lt"/>
                <a:cs typeface="+mn-lt"/>
              </a:rPr>
              <a:t>then</a:t>
            </a:r>
            <a:r>
              <a:rPr lang="en-GB" b="0">
                <a:ea typeface="+mn-lt"/>
                <a:cs typeface="+mn-lt"/>
              </a:rPr>
              <a:t> I receive confirmation that the cancellation succeeded.</a:t>
            </a:r>
            <a:endParaRPr lang="en-GB">
              <a:ea typeface="+mn-lt"/>
              <a:cs typeface="+mn-lt"/>
            </a:endParaRPr>
          </a:p>
          <a:p>
            <a:pPr marL="285750" indent="-285750">
              <a:buChar char="•"/>
            </a:pPr>
            <a:r>
              <a:rPr lang="en-GB">
                <a:ea typeface="+mn-lt"/>
                <a:cs typeface="+mn-lt"/>
              </a:rPr>
              <a:t>Given</a:t>
            </a:r>
            <a:r>
              <a:rPr lang="en-GB" b="0">
                <a:ea typeface="+mn-lt"/>
                <a:cs typeface="+mn-lt"/>
              </a:rPr>
              <a:t> a booking has been cancelled, </a:t>
            </a:r>
            <a:r>
              <a:rPr lang="en-GB">
                <a:ea typeface="+mn-lt"/>
                <a:cs typeface="+mn-lt"/>
              </a:rPr>
              <a:t>when</a:t>
            </a:r>
            <a:r>
              <a:rPr lang="en-GB" b="0">
                <a:ea typeface="+mn-lt"/>
                <a:cs typeface="+mn-lt"/>
              </a:rPr>
              <a:t> desk availability is viewed for that date, </a:t>
            </a:r>
            <a:r>
              <a:rPr lang="en-GB">
                <a:ea typeface="+mn-lt"/>
                <a:cs typeface="+mn-lt"/>
              </a:rPr>
              <a:t>then</a:t>
            </a:r>
            <a:r>
              <a:rPr lang="en-GB" b="0">
                <a:ea typeface="+mn-lt"/>
                <a:cs typeface="+mn-lt"/>
              </a:rPr>
              <a:t> the desk is shown as available again.</a:t>
            </a:r>
            <a:endParaRPr lang="en-GB">
              <a:ea typeface="+mn-lt"/>
              <a:cs typeface="+mn-lt"/>
            </a:endParaRPr>
          </a:p>
          <a:p>
            <a:pPr marL="285750" indent="-285750">
              <a:buChar char="•"/>
            </a:pPr>
            <a:r>
              <a:rPr lang="en-GB">
                <a:ea typeface="+mn-lt"/>
                <a:cs typeface="+mn-lt"/>
              </a:rPr>
              <a:t>Given</a:t>
            </a:r>
            <a:r>
              <a:rPr lang="en-GB" b="0">
                <a:ea typeface="+mn-lt"/>
                <a:cs typeface="+mn-lt"/>
              </a:rPr>
              <a:t> I try to cancel a booking that does not belong to me, </a:t>
            </a:r>
            <a:r>
              <a:rPr lang="en-GB">
                <a:ea typeface="+mn-lt"/>
                <a:cs typeface="+mn-lt"/>
              </a:rPr>
              <a:t>when</a:t>
            </a:r>
            <a:r>
              <a:rPr lang="en-GB" b="0">
                <a:ea typeface="+mn-lt"/>
                <a:cs typeface="+mn-lt"/>
              </a:rPr>
              <a:t> the request is made, </a:t>
            </a:r>
            <a:r>
              <a:rPr lang="en-GB">
                <a:ea typeface="+mn-lt"/>
                <a:cs typeface="+mn-lt"/>
              </a:rPr>
              <a:t>then</a:t>
            </a:r>
            <a:r>
              <a:rPr lang="en-GB" b="0">
                <a:ea typeface="+mn-lt"/>
                <a:cs typeface="+mn-lt"/>
              </a:rPr>
              <a:t> the action is rejected.</a:t>
            </a:r>
            <a:endParaRPr lang="en-GB">
              <a:ea typeface="+mn-lt"/>
              <a:cs typeface="+mn-lt"/>
            </a:endParaRPr>
          </a:p>
          <a:p>
            <a:pPr marL="285750" indent="-285750">
              <a:buFont typeface="Arial" panose="020B0604020202020204" pitchFamily="34" charset="0"/>
              <a:buChar char="•"/>
            </a:pPr>
            <a:endParaRPr lang="en-GB" b="0">
              <a:ea typeface="+mn-lt"/>
              <a:cs typeface="+mn-lt"/>
            </a:endParaRPr>
          </a:p>
          <a:p>
            <a:pPr marL="285750" indent="-285750">
              <a:buFont typeface="Arial"/>
              <a:buChar char="•"/>
            </a:pPr>
            <a:endParaRPr lang="en-GB" b="0">
              <a:ea typeface="+mn-lt"/>
              <a:cs typeface="+mn-lt"/>
            </a:endParaRPr>
          </a:p>
          <a:p>
            <a:endParaRPr lang="en-GB" b="0">
              <a:cs typeface="Arial"/>
            </a:endParaRPr>
          </a:p>
        </p:txBody>
      </p:sp>
    </p:spTree>
    <p:extLst>
      <p:ext uri="{BB962C8B-B14F-4D97-AF65-F5344CB8AC3E}">
        <p14:creationId xmlns:p14="http://schemas.microsoft.com/office/powerpoint/2010/main" val="4119192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6D4FF7-BFA2-F81B-11C3-AFE5597F3991}"/>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DDE07116-E020-968D-26A6-AB54C347FD30}"/>
              </a:ext>
            </a:extLst>
          </p:cNvPr>
          <p:cNvPicPr>
            <a:picLocks noChangeAspect="1"/>
          </p:cNvPicPr>
          <p:nvPr/>
        </p:nvPicPr>
        <p:blipFill>
          <a:blip r:embed="rId2"/>
          <a:stretch>
            <a:fillRect/>
          </a:stretch>
        </p:blipFill>
        <p:spPr>
          <a:xfrm>
            <a:off x="441248" y="0"/>
            <a:ext cx="11309857" cy="6858000"/>
          </a:xfrm>
          <a:prstGeom prst="rect">
            <a:avLst/>
          </a:prstGeom>
        </p:spPr>
      </p:pic>
    </p:spTree>
    <p:extLst>
      <p:ext uri="{BB962C8B-B14F-4D97-AF65-F5344CB8AC3E}">
        <p14:creationId xmlns:p14="http://schemas.microsoft.com/office/powerpoint/2010/main" val="32387109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741E13-C6DA-8E13-3583-04037C5B49A0}"/>
              </a:ext>
            </a:extLst>
          </p:cNvPr>
          <p:cNvPicPr>
            <a:picLocks noGrp="1" noChangeAspect="1"/>
          </p:cNvPicPr>
          <p:nvPr>
            <p:ph idx="1"/>
          </p:nvPr>
        </p:nvPicPr>
        <p:blipFill>
          <a:blip r:embed="rId2"/>
          <a:srcRect/>
          <a:stretch>
            <a:fillRect/>
          </a:stretch>
        </p:blipFill>
        <p:spPr>
          <a:xfrm>
            <a:off x="4117282" y="1837849"/>
            <a:ext cx="3962515" cy="4124325"/>
          </a:xfrm>
          <a:prstGeom prst="rect">
            <a:avLst/>
          </a:prstGeom>
        </p:spPr>
      </p:pic>
      <p:sp>
        <p:nvSpPr>
          <p:cNvPr id="3" name="Title 2">
            <a:extLst>
              <a:ext uri="{FF2B5EF4-FFF2-40B4-BE49-F238E27FC236}">
                <a16:creationId xmlns:a16="http://schemas.microsoft.com/office/drawing/2014/main" id="{6D4049BE-29CD-F7B1-67A0-353474E9752E}"/>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ABB4AD5F-B227-7879-89CF-D430BF972512}"/>
              </a:ext>
            </a:extLst>
          </p:cNvPr>
          <p:cNvPicPr>
            <a:picLocks noChangeAspect="1"/>
          </p:cNvPicPr>
          <p:nvPr/>
        </p:nvPicPr>
        <p:blipFill>
          <a:blip r:embed="rId2"/>
          <a:srcRect/>
          <a:stretch>
            <a:fillRect/>
          </a:stretch>
        </p:blipFill>
        <p:spPr>
          <a:xfrm>
            <a:off x="4114919" y="1366838"/>
            <a:ext cx="3962515" cy="4124325"/>
          </a:xfrm>
          <a:prstGeom prst="rect">
            <a:avLst/>
          </a:prstGeom>
        </p:spPr>
      </p:pic>
    </p:spTree>
    <p:extLst>
      <p:ext uri="{BB962C8B-B14F-4D97-AF65-F5344CB8AC3E}">
        <p14:creationId xmlns:p14="http://schemas.microsoft.com/office/powerpoint/2010/main" val="2784399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CB3F94-D4C4-4D6C-8595-3B2773AE13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0381" y="2020888"/>
            <a:ext cx="2754411" cy="2817812"/>
          </a:xfrm>
          <a:prstGeom prst="rect">
            <a:avLst/>
          </a:prstGeom>
        </p:spPr>
      </p:pic>
    </p:spTree>
    <p:custDataLst>
      <p:custData r:id="rId1"/>
      <p:custData r:id="rId2"/>
    </p:custDataLst>
    <p:extLst>
      <p:ext uri="{BB962C8B-B14F-4D97-AF65-F5344CB8AC3E}">
        <p14:creationId xmlns:p14="http://schemas.microsoft.com/office/powerpoint/2010/main" val="416540607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21727997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BACKPAGEOFFICE" val="Global Innovation and Technology CentreBack LaneMelbournHertfordshireSG8 6DP+44 1763 261222"/>
  <p:tag name="BACKPAGEOFFICENAME" val="&lt;b&gt;Cambridge Office&#10;"/>
  <p:tag name="DISCARR" val="&lt;b&gt;All rights reserved&#10;&lt;b&gt;© PA Knowledge Limited 2022"/>
  <p:tag name="DISCPREP" val="This document has been prepared by PA Consulting Group. The contents of this document do not constitute any form of commitment or recommendation on the part of PA and speaks as at the date of publication."/>
  <p:tag name="DISCREPRO" val="No part of this documentation may be reproduced, stored in a retrieval system or transmitted in any form or by any means, electronic, mechanical or otherwise, without the prior written permission of PA Consulting Group."/>
  <p:tag name="SP_AGENDA" val="TOC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CONTAINEDIMAGEPATH" val="C:\Users\LONSB38\AppData\Local\Templafy\AddIns\PowerPointVsto\38cc4e4e-b5cf-4a3c-9f7e-0e2f4010e9da.jpeg"/>
</p:tagLst>
</file>

<file path=ppt/tags/tag3.xml><?xml version="1.0" encoding="utf-8"?>
<p:tagLst xmlns:a="http://schemas.openxmlformats.org/drawingml/2006/main" xmlns:r="http://schemas.openxmlformats.org/officeDocument/2006/relationships" xmlns:p="http://schemas.openxmlformats.org/presentationml/2006/main">
  <p:tag name="CONTAINEDIMAGEPATH" val="C:\Users\LONSB38\AppData\Local\Templafy\AddIns\PowerPointVsto\b8dc6bb7-33e0-44a4-aa5d-80674a116f15.jpeg"/>
</p:tagLst>
</file>

<file path=ppt/theme/theme1.xml><?xml version="1.0" encoding="utf-8"?>
<a:theme xmlns:a="http://schemas.openxmlformats.org/drawingml/2006/main" name="PA Consulting (New VI)">
  <a:themeElements>
    <a:clrScheme name="NEW VI Colours - PA">
      <a:dk1>
        <a:srgbClr val="000000"/>
      </a:dk1>
      <a:lt1>
        <a:srgbClr val="FFFFFF"/>
      </a:lt1>
      <a:dk2>
        <a:srgbClr val="CDECF2"/>
      </a:dk2>
      <a:lt2>
        <a:srgbClr val="0580A7"/>
      </a:lt2>
      <a:accent1>
        <a:srgbClr val="00172D"/>
      </a:accent1>
      <a:accent2>
        <a:srgbClr val="024D78"/>
      </a:accent2>
      <a:accent3>
        <a:srgbClr val="36465A"/>
      </a:accent3>
      <a:accent4>
        <a:srgbClr val="64778A"/>
      </a:accent4>
      <a:accent5>
        <a:srgbClr val="A2B3C9"/>
      </a:accent5>
      <a:accent6>
        <a:srgbClr val="E8ECF2"/>
      </a:accent6>
      <a:hlink>
        <a:srgbClr val="024D78"/>
      </a:hlink>
      <a:folHlink>
        <a:srgbClr val="A2B3C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140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oAutofit/>
      </a:bodyPr>
      <a:lstStyle>
        <a:defPPr>
          <a:defRPr sz="1100" dirty="0" err="1" smtClean="0"/>
        </a:defPPr>
      </a:lstStyle>
    </a:txDef>
  </a:objectDefaults>
  <a:extraClrSchemeLst/>
  <a:custClrLst>
    <a:custClr name="Aqua 01">
      <a:srgbClr val="CDECF2"/>
    </a:custClr>
    <a:custClr name="Grey 01">
      <a:srgbClr val="E8ECF2"/>
    </a:custClr>
    <a:custClr name="Lime 01">
      <a:srgbClr val="D5ECC8"/>
    </a:custClr>
    <a:custClr name="Apricot 01">
      <a:srgbClr val="FAECBD"/>
    </a:custClr>
    <a:custClr name="Rose 01">
      <a:srgbClr val="F3D3DC"/>
    </a:custClr>
    <a:custClr name="Blank">
      <a:srgbClr val="FFFFFF"/>
    </a:custClr>
    <a:custClr name="Blank">
      <a:srgbClr val="FFFFFF"/>
    </a:custClr>
    <a:custClr name="Blank">
      <a:srgbClr val="FFFFFF"/>
    </a:custClr>
    <a:custClr name="Error Red">
      <a:srgbClr val="CC1D63"/>
    </a:custClr>
    <a:custClr name="PA Ingenuity Red">
      <a:srgbClr val="F62B44"/>
    </a:custClr>
    <a:custClr name="Aqua 02">
      <a:srgbClr val="B7E5EE"/>
    </a:custClr>
    <a:custClr name="Grey 02">
      <a:srgbClr val="A2B3C9"/>
    </a:custClr>
    <a:custClr name="Lime 02">
      <a:srgbClr val="C0EFA5"/>
    </a:custClr>
    <a:custClr name="Apricot 02">
      <a:srgbClr val="FFE18E"/>
    </a:custClr>
    <a:custClr name="Rose 02">
      <a:srgbClr val="FFBECF"/>
    </a:custClr>
    <a:custClr name="Blank">
      <a:srgbClr val="FFFFFF"/>
    </a:custClr>
    <a:custClr name="Blank">
      <a:srgbClr val="FFFFFF"/>
    </a:custClr>
    <a:custClr name="Blank">
      <a:srgbClr val="FFFFFF"/>
    </a:custClr>
    <a:custClr name="Warning Amber">
      <a:srgbClr val="FF6C3B"/>
    </a:custClr>
    <a:custClr name="Logo Grey">
      <a:srgbClr val="7C8B9A"/>
    </a:custClr>
    <a:custClr name="Aqua 03">
      <a:srgbClr val="4AB9D3"/>
    </a:custClr>
    <a:custClr name="Grey 03">
      <a:srgbClr val="64778A"/>
    </a:custClr>
    <a:custClr name="Lime 03">
      <a:srgbClr val="6CBD3A"/>
    </a:custClr>
    <a:custClr name="Apricot 03">
      <a:srgbClr val="FFC000"/>
    </a:custClr>
    <a:custClr name="Rose 03">
      <a:srgbClr val="F3809E"/>
    </a:custClr>
    <a:custClr name="Blank">
      <a:srgbClr val="FFFFFF"/>
    </a:custClr>
    <a:custClr name="Blank">
      <a:srgbClr val="FFFFFF"/>
    </a:custClr>
    <a:custClr name="Blank">
      <a:srgbClr val="FFFFFF"/>
    </a:custClr>
    <a:custClr name="Success Green">
      <a:srgbClr val="008471"/>
    </a:custClr>
    <a:custClr name="Dark Blue">
      <a:srgbClr val="00172D"/>
    </a:custClr>
    <a:custClr name="Aqua 04">
      <a:srgbClr val="0580A7"/>
    </a:custClr>
    <a:custClr name="Grey 04">
      <a:srgbClr val="36465A"/>
    </a:custClr>
    <a:custClr name="Lime 04">
      <a:srgbClr val="2C8027"/>
    </a:custClr>
    <a:custClr name="Blank">
      <a:srgbClr val="FFFFFF"/>
    </a:custClr>
    <a:custClr name="Rose 04">
      <a:srgbClr val="EE2F66"/>
    </a:custClr>
    <a:custClr name="Blank">
      <a:srgbClr val="FFFFFF"/>
    </a:custClr>
    <a:custClr name="Blank">
      <a:srgbClr val="FFFFFF"/>
    </a:custClr>
    <a:custClr name="Blank">
      <a:srgbClr val="FFFFFF"/>
    </a:custClr>
    <a:custClr name="Blank">
      <a:srgbClr val="FFFFFF"/>
    </a:custClr>
    <a:custClr name="Blank">
      <a:srgbClr val="FFFFFF"/>
    </a:custClr>
    <a:custClr name="Aqua 05">
      <a:srgbClr val="024D78"/>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CA60E0-AEB5-774E-B3C2-47A6823B3148}">
  <we:reference id="51dac23e-375d-4f15-85f0-370ff6c2510e"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item1.xml><?xml version="1.0" encoding="utf-8"?>
<TemplafySlideTemplateConfiguration><![CDATA[{"slideVersion":3,"isValidatorEnabled":false,"isLocked":false,"elementsMetadata":[],"slideId":"638350629028066546","enableDocumentContentUpdater":false,"version":"2.0"}]]></TemplafySlideTemplateConfiguration>
</file>

<file path=customXml/item2.xml><?xml version="1.0" encoding="utf-8"?>
<TemplafySlideTemplateConfiguration><![CDATA[{"slideVersion":3,"isValidatorEnabled":false,"isLocked":false,"elementsMetadata":[],"slideId":"638350629029832043","enableDocumentContentUpdater":false,"version":"2.0"}]]></TemplafySlideTemplateConfiguration>
</file>

<file path=customXml/item3.xml><?xml version="1.0" encoding="utf-8"?>
<TemplafySlideTemplateConfiguration><![CDATA[{"slideVersion":3,"isValidatorEnabled":false,"isLocked":false,"elementsMetadata":[],"slideId":"638350629029733730","enableDocumentContentUpdater":false,"version":"2.0"}]]></TemplafySlideTemplateConfiguration>
</file>

<file path=customXml/item4.xml><?xml version="1.0" encoding="utf-8"?>
<TemplafySlideTemplateConfiguration><![CDATA[{"slideVersion":3,"isValidatorEnabled":false,"isLocked":false,"elementsMetadata":[],"slideId":"638350629029871667","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TemplateConfiguration><![CDATA[{"slideVersion":3,"isValidatorEnabled":false,"isLocked":false,"elementsMetadata":[],"slideId":"638350629027558987","enableDocumentContentUpdater":false,"version":"2.0"}]]></TemplafySlideTemplateConfiguration>
</file>

<file path=customXml/item8.xml><?xml version="1.0" encoding="utf-8"?>
<TemplafySlideTemplateConfiguration><![CDATA[{"slideVersion":3,"isValidatorEnabled":false,"isLocked":false,"elementsMetadata":[{"type":"shape","elementConfiguration":{"binding":"{{Form.Office.OfficeName}}","visibility":"{{IfElse(Equals(Form.Office.OfficeName, \"Custom\"), VisibilityType.Hidden, VisibilityType.Visible)}}","type":"text","disableUpdates":false}},{"type":"shape","elementConfiguration":{"binding":"{{Form.Disclaimer.Disclaimer1}}","type":"text","disableUpdates":false}},{"type":"shape","elementConfiguration":{"binding":"{{IfElse(Equals(Form.Disclaimer.Disclaimer2b, \"\"), Form.Disclaimer.Disclaimer2a, StringJoin(\"\", Form.Disclaimer.Disclaimer2a , IfElse(Equals(Form.Office.OfficeName, \"Custom\"), Form.CustomOffice, Form.Office.Address_Line), Form.Disclaimer.Disclaimer2b))}}","type":"text","disableUpdates":false}},{"type":"shape","elementConfiguration":{"visibility":"{{IfElse(Form.BrandText, VisibilityType.Visible, VisibilityType.Hidden)}}","type":"text","disableUpdates":false}},{"type":"shape","elementConfiguration":{"binding":"{{IfElse(Equals(Form.Office.OfficeName, \"Custom\"), Form.CustomOffice, Form.Office.Address)}}","type":"text","disableUpdates":false}}],"slideId":"638350629029880274","enableDocumentContentUpdater":false,"version":"2.0"}]]></TemplafySlideTemplateConfiguration>
</file>

<file path=customXml/item9.xml><?xml version="1.0" encoding="utf-8"?>
<TemplafySlideTemplateConfiguration><![CDATA[{"slideVersion":3,"isValidatorEnabled":false,"isLocked":false,"elementsMetadata":[],"slideId":"638350629029556360","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FormConfiguration><![CDATA[{"formFields":[],"formDataEntries":[]}]]></TemplafySlideFormConfiguration>
</file>

<file path=customXml/item16.xml><?xml version="1.0" encoding="utf-8"?>
<TemplafyTemplateConfiguration><![CDATA[{"elementsMetadata":[{"type":"shape","id":"ab472623-5596-4192-968c-02caa4e44a1d","elementConfiguration":{"binding":"{{IfElse(Equals(Form.LegalStatement.Statement, \"Confidential between PA and intended recipient (specify)\"), StringJoin(Form.LegalStatement.FooterText, \" \", Form.Recipient), Form.LegalStatement.FooterText)}}","type":"text","disableUpdates":false}},{"type":"shape","id":"af3a5a05-970a-4b47-9b57-df5948c2bb29","elementConfiguration":{"binding":"{{IfElse(Equals(Form.LegalStatement.Statement, \"Confidential between PA and intended recipient (specify)\"), StringJoin(Form.LegalStatement.FooterText, \" \", Form.Recipient), Form.LegalStatement.FooterText)}}","type":"text","disableUpdates":false}},{"type":"shape","id":"d130a429-1216-41db-bd84-a2118faf80c6","elementConfiguration":{"binding":"{{IfElse(Equals(Form.LegalStatement.Statement, \"Confidential between PA and intended recipient (specify)\"), StringJoin(Form.LegalStatement.FooterText, \" \", Form.Recipient), Form.LegalStatement.FooterText)}}","type":"text","disableUpdates":false}},{"type":"shape","id":"0fbc4e72-ebee-4212-9f8e-cbf74b42ca08","elementConfiguration":{"binding":"{{IfElse(Equals(Form.LegalStatement.Statement, \"Confidential between PA and intended recipient (specify)\"), StringJoin(Form.LegalStatement.FooterText, \" \", Form.Recipient), Form.LegalStatement.FooterText)}}","type":"text","disableUpdates":false}},{"type":"shape","id":"b8c87dc1-b275-494f-8097-723c27932aa7","elementConfiguration":{"binding":"{{Form.Office.OfficeName}}","visibility":"{{IfElse(Equals(Form.Office.OfficeName, \"Custom\"), VisibilityType.Hidden, VisibilityType.Visible)}}","type":"text","disableUpdates":false}},{"type":"shape","id":"208c9315-754e-4303-a18a-155ada6588e5","elementConfiguration":{"binding":"{{Form.Disclaimer.Disclaimer1}}","type":"text","disableUpdates":false}},{"type":"shape","id":"bf1ef39c-f28a-41e7-8213-63ed5d5c0935","elementConfiguration":{"binding":"{{IfElse(Equals(Form.Disclaimer.Disclaimer2b, \"\"), Form.Disclaimer.Disclaimer2a, StringJoin(\"\", Form.Disclaimer.Disclaimer2a , IfElse(Equals(Form.Office.OfficeName, \"Custom\"), Form.CustomOffice, Form.Office.Address_Line), Form.Disclaimer.Disclaimer2b))}}","type":"text","disableUpdates":false}},{"type":"shape","id":"6646546a-75b4-4589-8bb7-60d82a2fc69d","elementConfiguration":{"visibility":"{{IfElse(Form.BrandText, VisibilityType.Visible, VisibilityType.Hidden)}}","type":"text","disableUpdates":false}},{"type":"shape","id":"3227860a-799f-465d-bf0a-e5e9b8b69e4b","elementConfiguration":{"binding":"{{IfElse(Equals(Form.Office.OfficeName, \"Custom\"), Form.CustomOffice, Form.Office.Address)}}","type":"text","disableUpdates":false}},{"type":"shape","id":"a8184cf9-b22f-4d79-a896-8935c05cd79a","elementConfiguration":{"binding":"{{IfElse(Equals(Form.LegalStatement.Statement, \"Confidential between PA and intended recipient (specify)\"), StringJoin(Form.LegalStatement.FooterText, \" \", Form.Recipient), Form.LegalStatement.FooterText)}}","type":"text","disableUpdates":false}},{"type":"shape","id":"c31d4105-91e5-4aec-997a-d64e32053043","elementConfiguration":{"binding":"{{IfElse(Equals(Form.LegalStatement.Statement, \"Confidential between PA and intended recipient (specify)\"), StringJoin(Form.LegalStatement.FooterText, \" \", Form.Recipient), Form.LegalStatement.FooterText)}}","type":"text","disableUpdates":false}},{"type":"shape","id":"c37b750c-139a-4f42-9c3a-406d729af8b2","elementConfiguration":{"binding":"{{IfElse(Equals(Form.LegalStatement.Statement, \"Confidential between PA and intended recipient (specify)\"), StringJoin(Form.LegalStatement.FooterText, \" \", Form.Recipient), Form.LegalStatement.FooterText)}}","type":"text","disableUpdates":false}},{"type":"shape","id":"ea9e6ee3-c395-4756-ae66-2416896271ac","elementConfiguration":{"binding":"{{IfElse(Equals(Form.LegalStatement.Statement, \"Confidential between PA and intended recipient (specify)\"), StringJoin(Form.LegalStatement.FooterText, \" \", Form.Recipient), Form.LegalStatement.FooterText)}}","type":"text","disableUpdates":false}},{"type":"shape","id":"3258dd9e-036c-441f-b5d7-9918c24dcd95","elementConfiguration":{"binding":"{{IfElse(Equals(Form.LegalStatement.Statement, \"Confidential between PA and intended recipient (specify)\"), StringJoin(Form.LegalStatement.FooterText, \" \", Form.Recipient), Form.LegalStatement.FooterText)}}","type":"text","disableUpdates":false}},{"type":"shape","id":"35ce96dd-bbe1-4165-b6be-5582d1d7571c","elementConfiguration":{"binding":"{{IfElse(Equals(Form.LegalStatement.Statement, \"Confidential between PA and intended recipient (specify)\"), StringJoin(Form.LegalStatement.FooterText, \" \", Form.Recipient), Form.LegalStatement.FooterText)}}","type":"text","disableUpdates":false}}],"transformationConfigurations":[{"language":"{{Form.Language.Language}}","disableUpdates":false,"type":"proofingLanguage"}],"templateName":"Finance Pulse Survey Results","templateDescription":"","enableDocumentContentUpdater":true,"version":"2.0"}]]></TemplafyTemplateConfiguration>
</file>

<file path=customXml/item17.xml><?xml version="1.0" encoding="utf-8"?>
<TemplafySlideTemplateConfiguration><![CDATA[{"slideVersion":3,"isValidatorEnabled":false,"isLocked":false,"elementsMetadata":[],"slideId":"638350629029687083","enableDocumentContentUpdater":false,"version":"2.0"}]]></TemplafySlideTemplateConfiguration>
</file>

<file path=customXml/item18.xml><?xml version="1.0" encoding="utf-8"?>
<TemplafySlideTemplateConfiguration><![CDATA[{"slideVersion":3,"isValidatorEnabled":false,"isLocked":false,"elementsMetadata":[],"slideId":"638350629029099022","enableDocumentContentUpdater":fals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3,"isValidatorEnabled":false,"isLocked":false,"elementsMetadata":[],"slideId":"638350629028958893","enableDocumentContentUpdater":false,"version":"2.0"}]]></TemplafySlideTemplateConfiguration>
</file>

<file path=customXml/item21.xml><?xml version="1.0" encoding="utf-8"?>
<TemplafySlideFormConfiguration><![CDATA[{"formFields":[{"distinct":false,"hideIfNoUserInteractionRequired":false,"required":true,"defaultValue":"Corporate HQ - 10 Bressenden","autoSelectFirstOption":false,"shareValue":true,"type":"dropDown","dataSourceName":"PA_Offices","dataSourceFieldName":"Name","name":"Office","label":"Office"},{"required":false,"placeholder":"","lines":2,"defaultValue":"Only add if Office is 'Custom'","shareValue":true,"type":"textBox","name":"CustomOffice","label":"Custom Office"},{"distinct":false,"hideIfNoUserInteractionRequired":false,"required":true,"defaultValue":"Statements for internal documents","autoSelectFirstOption":false,"shareValue":true,"type":"dropDown","dataSourceName":"PA_Disclaimers","dataSourceFieldName":"FormName","name":"Disclaimer","label":"Disclaimer"},{"defaultValue":{"fixedValue":true},"shareValue":true,"type":"checkBox","name":"BrandText","label":"Back Page: Show brand text"}],"formDataEntries":[]}]]></TemplafySlideFormConfiguration>
</file>

<file path=customXml/item22.xml><?xml version="1.0" encoding="utf-8"?>
<TemplafySlideFormConfiguration><![CDATA[{"formFields":[],"formDataEntries":[]}]]></TemplafySlideFormConfiguration>
</file>

<file path=customXml/item23.xml><?xml version="1.0" encoding="utf-8"?>
<TemplafySlideFormConfiguration><![CDATA[{"formFields":[],"formDataEntries":[]}]]></TemplafySlideFormConfiguration>
</file>

<file path=customXml/item24.xml><?xml version="1.0" encoding="utf-8"?>
<TemplafySlideFormConfiguration><![CDATA[{"formFields":[],"formDataEntries":[]}]]></TemplafySlideFormConfiguration>
</file>

<file path=customXml/item25.xml><?xml version="1.0" encoding="utf-8"?>
<TemplafySlideTemplateConfiguration><![CDATA[{"slideVersion":3,"isValidatorEnabled":false,"isLocked":false,"elementsMetadata":[],"slideId":"638350629029281227","enableDocumentContentUpdater":false,"version":"2.0"}]]></TemplafySlideTemplateConfiguration>
</file>

<file path=customXml/item26.xml><?xml version="1.0" encoding="utf-8"?>
<TemplafySlideFormConfiguration><![CDATA[{"formFields":[],"formDataEntries":[]}]]></TemplafySlideFormConfiguration>
</file>

<file path=customXml/item27.xml><?xml version="1.0" encoding="utf-8"?>
<TemplafySlideFormConfiguration><![CDATA[{"formFields":[],"formDataEntries":[]}]]></TemplafySlideFormConfiguration>
</file>

<file path=customXml/item28.xml><?xml version="1.0" encoding="utf-8"?>
<TemplafySlideTemplateConfiguration><![CDATA[{"slideVersion":1,"isValidatorEnabled":false,"isLocked":false,"elementsMetadata":[],"slideId":"638027508987402067","enableDocumentContentUpdater":false,"version":"2.0"}]]></TemplafySlideTemplateConfiguration>
</file>

<file path=customXml/item29.xml><?xml version="1.0" encoding="utf-8"?>
<TemplafySlideTemplateConfiguration><![CDATA[{"slideVersion":3,"isValidatorEnabled":false,"isLocked":false,"elementsMetadata":[],"slideId":"638350629029016521","enableDocumentContentUpdater":false,"version":"2.0"}]]></TemplafySlideTemplateConfiguration>
</file>

<file path=customXml/item30.xml><?xml version="1.0" encoding="utf-8"?>
<TemplafySlideTemplateConfiguration><![CDATA[{"slideVersion":3,"isValidatorEnabled":false,"isLocked":false,"elementsMetadata":[],"slideId":"638350629029196316","enableDocumentContentUpdater":false,"version":"2.0"}]]></TemplafySlideTemplateConfiguration>
</file>

<file path=customXml/item31.xml><?xml version="1.0" encoding="utf-8"?>
<TemplafyFormConfiguration><![CDATA[{"formFields":[{"distinct":false,"hideIfNoUserInteractionRequired":false,"required":true,"defaultValue":"English (United Kingdom) (en-GB)","autoSelectFirstOption":false,"shareValue":true,"type":"dropDown","dataSourceName":"Languages","dataSourceFieldName":"Name","name":"Language","label":"Language"},{"distinct":false,"hideIfNoUserInteractionRequired":false,"required":true,"defaultValue":"Corporate HQ - 10 Bressenden","autoSelectFirstOption":false,"shareValue":true,"type":"dropDown","dataSourceName":"PA_Offices","dataSourceFieldName":"Name","name":"Office","label":"Office"},{"required":false,"placeholder":"","lines":2,"defaultValue":"Only add if Office is 'Custom'","shareValue":true,"type":"textBox","name":"CustomOffice","label":"Custom Office"},{"distinct":false,"hideIfNoUserInteractionRequired":false,"required":true,"defaultValue":"PA Confidential – Internal use only","autoSelectFirstOption":false,"shareValue":true,"type":"dropDown","dataSourceName":"PA_LegalStatements","dataSourceFieldName":"Statement","name":"LegalStatement","label":"Legal Statement"},{"required":false,"placeholder":"","lines":2,"defaultValue":"Only add if Legal Statement is ‘Confidential between PA and intended recipient’","shareValue":false,"type":"textBox","name":"Recipient","label":"Recipient"},{"distinct":false,"hideIfNoUserInteractionRequired":false,"required":true,"defaultValue":"Statements for internal documents","autoSelectFirstOption":false,"shareValue":true,"type":"dropDown","dataSourceName":"PA_Disclaimers","dataSourceFieldName":"FormName","name":"Disclaimer","label":"Disclaimer"},{"defaultValue":{"fixedValue":true},"shareValue":true,"type":"checkBox","name":"BrandText","label":"Back Page: Show brand text"}],"formDataEntries":[{"name":"Language","value":"rWleLUvDCAZVw/Qw6AdC0RCHQIjU/9mRQTv3OL1oNnY="},{"name":"Office","value":"Fbg+uOsKGAwh6jRrin/JUIJxyS0iNJQLFCY9CZPkDNU="},{"name":"CustomOffice","value":"T3BypgvIsiGOwisDxHxrlDo6CsAqjvjpKSbXX7oznac="},{"name":"LegalStatement","value":"T95MVvhp4WMhE+Xu6Me5hEcwPo7PKrhNbSTDkKHnbEY="},{"name":"Recipient","value":"BnI6u9HZbMjabhHbHINipR9I6q2szF7TztbiaoE7bDcOCsLzvEPJ02Qb6xDmnxuaG677917YMN2opXV13XIF+9OT9Cr5X4gVNNu5D14G43jbtdd3I30+eUPE2PcPUq9R"},{"name":"Disclaimer","value":"PgCiGM7N7Ems258OBwebw1jhsbYLVTgpi5VylVhG+sk="},{"name":"BrandText","value":"ZIFXoaIuuIq1bRnHha+Jrw=="}]}]]></TemplafyFormConfiguration>
</file>

<file path=customXml/item32.xml><?xml version="1.0" encoding="utf-8"?>
<TemplafySlideTemplateConfiguration><![CDATA[{"slideVersion":3,"isValidatorEnabled":false,"isLocked":false,"elementsMetadata":[],"slideId":"638350629029782252","enableDocumentContentUpdater":false,"version":"2.0"}]]></TemplafySlideTemplateConfiguration>
</file>

<file path=customXml/itemProps1.xml><?xml version="1.0" encoding="utf-8"?>
<ds:datastoreItem xmlns:ds="http://schemas.openxmlformats.org/officeDocument/2006/customXml" ds:itemID="{BF3F6031-5498-4A9A-A772-52F5B73C7293}">
  <ds:schemaRefs/>
</ds:datastoreItem>
</file>

<file path=customXml/itemProps2.xml><?xml version="1.0" encoding="utf-8"?>
<ds:datastoreItem xmlns:ds="http://schemas.openxmlformats.org/officeDocument/2006/customXml" ds:itemID="{239CDEF4-B2F2-432E-A87E-217C76389377}">
  <ds:schemaRefs/>
</ds:datastoreItem>
</file>

<file path=customXml/itemProps3.xml><?xml version="1.0" encoding="utf-8"?>
<ds:datastoreItem xmlns:ds="http://schemas.openxmlformats.org/officeDocument/2006/customXml" ds:itemID="{42CF5E4D-FDE6-4A50-9C3F-2D415320F381}">
  <ds:schemaRefs/>
</ds:datastoreItem>
</file>

<file path=customXml/itemProps4.xml><?xml version="1.0" encoding="utf-8"?>
<ds:datastoreItem xmlns:ds="http://schemas.openxmlformats.org/officeDocument/2006/customXml" ds:itemID="{F0EA3A49-6192-42A7-B8E0-C90CFBC02A16}">
  <ds:schemaRefs/>
</ds:datastoreItem>
</file>

<file path=customXml/itemProps5.xml><?xml version="1.0" encoding="utf-8"?>
<ds:datastoreItem xmlns:ds="http://schemas.openxmlformats.org/officeDocument/2006/customXml" ds:itemID="{65295199-F41E-4B12-B78A-9EE71096DF51}">
  <ds:schemaRefs/>
</ds:datastoreItem>
</file>

<file path=customXml/itemProps6.xml><?xml version="1.0" encoding="utf-8"?>
<ds:datastoreItem xmlns:ds="http://schemas.openxmlformats.org/officeDocument/2006/customXml" ds:itemID="{221A36B2-5125-409C-A526-3B5D8D698662}">
  <ds:schemaRefs/>
</ds:datastoreItem>
</file>

<file path=customXml/itemProps7.xml><?xml version="1.0" encoding="utf-8"?>
<ds:datastoreItem xmlns:ds="http://schemas.openxmlformats.org/officeDocument/2006/customXml" ds:itemID="{D47A6123-7BDB-43B0-8672-334BFD2FCEB5}">
  <ds:schemaRefs/>
</ds:datastoreItem>
</file>

<file path=customXml/itemProps8.xml><?xml version="1.0" encoding="utf-8"?>
<ds:datastoreItem xmlns:ds="http://schemas.openxmlformats.org/officeDocument/2006/customXml" ds:itemID="{E256CCEE-B1C5-4101-86AF-FC7B0A494BEA}">
  <ds:schemaRefs/>
</ds:datastoreItem>
</file>

<file path=customXml/itemProps9.xml><?xml version="1.0" encoding="utf-8"?>
<ds:datastoreItem xmlns:ds="http://schemas.openxmlformats.org/officeDocument/2006/customXml" ds:itemID="{8AED796F-175B-4B13-9F54-F4A2897E71FA}">
  <ds:schemaRefs/>
</ds:datastoreItem>
</file>

<file path=customXml/itemProps10.xml><?xml version="1.0" encoding="utf-8"?>
<ds:datastoreItem xmlns:ds="http://schemas.openxmlformats.org/officeDocument/2006/customXml" ds:itemID="{5C755E08-253C-4D4D-9390-2142730E2DED}">
  <ds:schemaRefs/>
</ds:datastoreItem>
</file>

<file path=customXml/itemProps11.xml><?xml version="1.0" encoding="utf-8"?>
<ds:datastoreItem xmlns:ds="http://schemas.openxmlformats.org/officeDocument/2006/customXml" ds:itemID="{86668F03-7E3D-4C82-9266-EEA887702268}">
  <ds:schemaRefs/>
</ds:datastoreItem>
</file>

<file path=customXml/itemProps12.xml><?xml version="1.0" encoding="utf-8"?>
<ds:datastoreItem xmlns:ds="http://schemas.openxmlformats.org/officeDocument/2006/customXml" ds:itemID="{086FE96B-1AAB-4695-8C24-971DBCF57DB4}">
  <ds:schemaRefs/>
</ds:datastoreItem>
</file>

<file path=customXml/itemProps13.xml><?xml version="1.0" encoding="utf-8"?>
<ds:datastoreItem xmlns:ds="http://schemas.openxmlformats.org/officeDocument/2006/customXml" ds:itemID="{210219E3-93B7-48B3-9538-23CB2285EEBF}">
  <ds:schemaRefs/>
</ds:datastoreItem>
</file>

<file path=customXml/itemProps14.xml><?xml version="1.0" encoding="utf-8"?>
<ds:datastoreItem xmlns:ds="http://schemas.openxmlformats.org/officeDocument/2006/customXml" ds:itemID="{EA895EC9-33EF-4534-862E-AFEC3A9842EE}">
  <ds:schemaRefs/>
</ds:datastoreItem>
</file>

<file path=customXml/itemProps15.xml><?xml version="1.0" encoding="utf-8"?>
<ds:datastoreItem xmlns:ds="http://schemas.openxmlformats.org/officeDocument/2006/customXml" ds:itemID="{8BBCF0C3-FAC3-4340-A679-C7CD91B8AD5B}">
  <ds:schemaRefs/>
</ds:datastoreItem>
</file>

<file path=customXml/itemProps16.xml><?xml version="1.0" encoding="utf-8"?>
<ds:datastoreItem xmlns:ds="http://schemas.openxmlformats.org/officeDocument/2006/customXml" ds:itemID="{E25464F9-9604-4FB1-ABBC-CCDD57267CB2}">
  <ds:schemaRefs/>
</ds:datastoreItem>
</file>

<file path=customXml/itemProps17.xml><?xml version="1.0" encoding="utf-8"?>
<ds:datastoreItem xmlns:ds="http://schemas.openxmlformats.org/officeDocument/2006/customXml" ds:itemID="{602DE371-4966-44B1-8612-B2161AF86B43}">
  <ds:schemaRefs/>
</ds:datastoreItem>
</file>

<file path=customXml/itemProps18.xml><?xml version="1.0" encoding="utf-8"?>
<ds:datastoreItem xmlns:ds="http://schemas.openxmlformats.org/officeDocument/2006/customXml" ds:itemID="{F0FF869E-145A-4B0D-9645-8CFEDB6CC80C}">
  <ds:schemaRefs/>
</ds:datastoreItem>
</file>

<file path=customXml/itemProps19.xml><?xml version="1.0" encoding="utf-8"?>
<ds:datastoreItem xmlns:ds="http://schemas.openxmlformats.org/officeDocument/2006/customXml" ds:itemID="{7ED3C7A0-5049-4F59-B3EB-48037C03B6F6}">
  <ds:schemaRefs/>
</ds:datastoreItem>
</file>

<file path=customXml/itemProps20.xml><?xml version="1.0" encoding="utf-8"?>
<ds:datastoreItem xmlns:ds="http://schemas.openxmlformats.org/officeDocument/2006/customXml" ds:itemID="{943E3333-FE41-48EB-9CCF-F02A9D9D54D0}">
  <ds:schemaRefs/>
</ds:datastoreItem>
</file>

<file path=customXml/itemProps21.xml><?xml version="1.0" encoding="utf-8"?>
<ds:datastoreItem xmlns:ds="http://schemas.openxmlformats.org/officeDocument/2006/customXml" ds:itemID="{30C290A0-9582-4748-B4B5-BE238D32E00E}">
  <ds:schemaRefs/>
</ds:datastoreItem>
</file>

<file path=customXml/itemProps22.xml><?xml version="1.0" encoding="utf-8"?>
<ds:datastoreItem xmlns:ds="http://schemas.openxmlformats.org/officeDocument/2006/customXml" ds:itemID="{6BB46A5D-1E86-4174-BA9C-0880CBDD41B4}">
  <ds:schemaRefs/>
</ds:datastoreItem>
</file>

<file path=customXml/itemProps23.xml><?xml version="1.0" encoding="utf-8"?>
<ds:datastoreItem xmlns:ds="http://schemas.openxmlformats.org/officeDocument/2006/customXml" ds:itemID="{8454B754-43F8-4FF6-8D1D-2C5C32777C97}">
  <ds:schemaRefs/>
</ds:datastoreItem>
</file>

<file path=customXml/itemProps24.xml><?xml version="1.0" encoding="utf-8"?>
<ds:datastoreItem xmlns:ds="http://schemas.openxmlformats.org/officeDocument/2006/customXml" ds:itemID="{8D9A7EFA-0E53-4554-A0FE-630F4658E793}">
  <ds:schemaRefs/>
</ds:datastoreItem>
</file>

<file path=customXml/itemProps25.xml><?xml version="1.0" encoding="utf-8"?>
<ds:datastoreItem xmlns:ds="http://schemas.openxmlformats.org/officeDocument/2006/customXml" ds:itemID="{5B7DAD2A-873B-401A-8E5A-950048A19062}">
  <ds:schemaRefs/>
</ds:datastoreItem>
</file>

<file path=customXml/itemProps26.xml><?xml version="1.0" encoding="utf-8"?>
<ds:datastoreItem xmlns:ds="http://schemas.openxmlformats.org/officeDocument/2006/customXml" ds:itemID="{111D0B04-363E-4CD3-861C-7AEB79F5C3E9}">
  <ds:schemaRefs/>
</ds:datastoreItem>
</file>

<file path=customXml/itemProps27.xml><?xml version="1.0" encoding="utf-8"?>
<ds:datastoreItem xmlns:ds="http://schemas.openxmlformats.org/officeDocument/2006/customXml" ds:itemID="{044F6594-4A68-46A2-BE44-7DB67171A1FE}">
  <ds:schemaRefs/>
</ds:datastoreItem>
</file>

<file path=customXml/itemProps28.xml><?xml version="1.0" encoding="utf-8"?>
<ds:datastoreItem xmlns:ds="http://schemas.openxmlformats.org/officeDocument/2006/customXml" ds:itemID="{4A71C9C2-A616-49E8-955C-0C3D9AF90DF4}">
  <ds:schemaRefs/>
</ds:datastoreItem>
</file>

<file path=customXml/itemProps29.xml><?xml version="1.0" encoding="utf-8"?>
<ds:datastoreItem xmlns:ds="http://schemas.openxmlformats.org/officeDocument/2006/customXml" ds:itemID="{D4AD7996-A602-40D3-A21E-4F44F0A4E245}">
  <ds:schemaRefs/>
</ds:datastoreItem>
</file>

<file path=customXml/itemProps30.xml><?xml version="1.0" encoding="utf-8"?>
<ds:datastoreItem xmlns:ds="http://schemas.openxmlformats.org/officeDocument/2006/customXml" ds:itemID="{0DBADEE3-D674-4106-9E07-51A6E1D55FE4}">
  <ds:schemaRefs/>
</ds:datastoreItem>
</file>

<file path=customXml/itemProps31.xml><?xml version="1.0" encoding="utf-8"?>
<ds:datastoreItem xmlns:ds="http://schemas.openxmlformats.org/officeDocument/2006/customXml" ds:itemID="{99AF617B-304E-4ADF-A13C-74A8CA5397AB}">
  <ds:schemaRefs/>
</ds:datastoreItem>
</file>

<file path=customXml/itemProps32.xml><?xml version="1.0" encoding="utf-8"?>
<ds:datastoreItem xmlns:ds="http://schemas.openxmlformats.org/officeDocument/2006/customXml" ds:itemID="{C444221E-67D7-4A5D-B151-F485CCDE4FDD}">
  <ds:schemaRefs/>
</ds:datastoreItem>
</file>

<file path=docProps/app.xml><?xml version="1.0" encoding="utf-8"?>
<Properties xmlns="http://schemas.openxmlformats.org/officeDocument/2006/extended-properties" xmlns:vt="http://schemas.openxmlformats.org/officeDocument/2006/docPropsVTypes">
  <TotalTime>0</TotalTime>
  <Words>1506</Words>
  <Application>Microsoft Macintosh PowerPoint</Application>
  <PresentationFormat>Custom</PresentationFormat>
  <Paragraphs>94</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Arial,Sans-Serif</vt:lpstr>
      <vt:lpstr>Calibri</vt:lpstr>
      <vt:lpstr>PA Consulting (New VI)</vt:lpstr>
      <vt:lpstr>PowerPoint Presentation</vt:lpstr>
      <vt:lpstr>User Profiles</vt:lpstr>
      <vt:lpstr>Business goals</vt:lpstr>
      <vt:lpstr>Core User Stories</vt:lpstr>
      <vt:lpstr>Core User Stories</vt:lpstr>
      <vt:lpstr>Core User Stories</vt:lpstr>
      <vt:lpstr>Core User Stories</vt:lpstr>
      <vt:lpstr>Core User Stories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Samy Oullaf</cp:lastModifiedBy>
  <cp:revision>2</cp:revision>
  <dcterms:created xsi:type="dcterms:W3CDTF">2026-09-18T09:52:51Z</dcterms:created>
  <dcterms:modified xsi:type="dcterms:W3CDTF">2026-09-21T11:06:38Z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ID">
    <vt:lpwstr>ENUK</vt:lpwstr>
  </property>
  <property fmtid="{D5CDD505-2E9C-101B-9397-08002B2CF9AE}" pid="3" name="PresTool">
    <vt:lpwstr>no</vt:lpwstr>
  </property>
  <property fmtid="{D5CDD505-2E9C-101B-9397-08002B2CF9AE}" pid="4" name="PresToolSplit">
    <vt:lpwstr>yes</vt:lpwstr>
  </property>
  <property fmtid="{D5CDD505-2E9C-101B-9397-08002B2CF9AE}" pid="5" name="Deck">
    <vt:lpwstr>C:\ProgramData\PA Apps\SPARK\PowerPoint\Decks\PA Report (UK English - Widescreen) [WS-ENUK].pptx</vt:lpwstr>
  </property>
  <property fmtid="{D5CDD505-2E9C-101B-9397-08002B2CF9AE}" pid="6" name="TempDeck">
    <vt:lpwstr>false</vt:lpwstr>
  </property>
  <property fmtid="{D5CDD505-2E9C-101B-9397-08002B2CF9AE}" pid="7" name="MS Version">
    <vt:lpwstr>1.0.6</vt:lpwstr>
  </property>
  <property fmtid="{D5CDD505-2E9C-101B-9397-08002B2CF9AE}" pid="8" name="TemplafyTimeStamp">
    <vt:lpwstr>2025-05-13T09:55:31</vt:lpwstr>
  </property>
  <property fmtid="{D5CDD505-2E9C-101B-9397-08002B2CF9AE}" pid="9" name="TemplafyTenantId">
    <vt:lpwstr>paconsulting</vt:lpwstr>
  </property>
  <property fmtid="{D5CDD505-2E9C-101B-9397-08002B2CF9AE}" pid="10" name="TemplafyTemplateId">
    <vt:lpwstr>773153385722150928</vt:lpwstr>
  </property>
  <property fmtid="{D5CDD505-2E9C-101B-9397-08002B2CF9AE}" pid="11" name="TemplafyUserProfileId">
    <vt:lpwstr>1547873344157385053</vt:lpwstr>
  </property>
  <property fmtid="{D5CDD505-2E9C-101B-9397-08002B2CF9AE}" pid="12" name="TemplafyFromBlank">
    <vt:bool>false</vt:bool>
  </property>
</Properties>
</file>